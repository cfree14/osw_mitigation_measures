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0"/>
    <p:restoredTop sz="94662"/>
  </p:normalViewPr>
  <p:slideViewPr>
    <p:cSldViewPr snapToGrid="0">
      <p:cViewPr varScale="1">
        <p:scale>
          <a:sx n="122" d="100"/>
          <a:sy n="122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10FD1-DE76-560E-A831-51C68ABB7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6FBFA9-1ED1-B634-5F9F-BE6A699A5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072D7-E099-93F8-68BB-1075298C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E33BB-2B4F-63D6-40C1-6DD7126A5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8E146-0311-8448-4910-73B9B764B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5F5F-7E34-9166-6AE7-E7DEAA76C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B6AA1-F546-BA4B-9DAD-DC2D0B55B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AE7A9-D479-C17B-5C31-912A14A0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E1FE5-5726-534D-926A-8C3658BD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C05E0-A513-B8CF-FA53-3AB3C05C2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4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0FB1-97AF-55AF-71C4-58C29F0B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A2D5-E5D6-FFDB-33E9-4195AE688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24E46-A178-8F3A-02B8-889F120E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80C46-9976-C071-087C-EA292733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23582-AE47-7F9B-8FD3-315D823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7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6B45A-37ED-1AF3-FF83-156A50CD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25F-13F9-29CC-74F0-550031F215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4DBBB-A04B-705A-1C5C-ACE9C99A1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295F7D-2DB5-752B-B01D-C6C6EE74A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E1315-75BE-C1DD-3C13-D3DB1044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404D6-9D74-D475-540B-838C851F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68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0EA4B-73F3-E054-E2A9-7107FD16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6A240-B26D-8C46-AFA1-F6DBB977C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C9251-3C18-58F7-41A3-8BA1FE300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11CE4-CE7F-E229-B26D-8BC1D1C85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3CDB88-D021-BCBC-BAC2-2EF7D7B62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3E8CE9-18C5-072F-4046-323E289D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4B2EC-9469-4514-DDF6-6488715E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B41DE2-B87A-D9E6-A52D-1F0FA8426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5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704F-D16F-EFAC-0867-4F12A3D2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68066-26FA-D40A-9AC3-26A889BD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5AC4C8-51D2-B075-8239-9ED4255C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C7727-4433-0C13-46CD-5FEEB1C0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36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38AC7-3539-4448-3099-E83385648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337E4-0A19-0691-CEF8-BECFF84A7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1F721-58F2-C3AB-5C77-7324DCED8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5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7A05-47BE-0891-6322-C1762FE9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BE6BF-5247-B6C3-8400-F8B14D9C2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D7176-551A-CF47-0680-B94D3C027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63389-E477-D526-A7C7-2B1ADD89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40F49-24C1-8E2B-9FD6-401F7C43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61EAE-52E3-259A-BA76-0099DF60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96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CB2AF-DBFF-7117-C060-891AF745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B5967-BE88-A53F-2DAE-ABD60664D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6E329-F47C-02FB-AD63-5B65EFB678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F17E6-FC7C-5862-48D6-FE1DF3DD6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82A82-24FE-FFBC-F280-F8FAC8B2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028AAB-661D-88F8-5A3D-E0BC5D43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34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DF8F-7D62-7D00-144B-4B3043651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FB3E1-0389-09F3-686E-BEB0F92387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CE381-15EB-8CDF-F535-8826F0BC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E217-644B-EF90-C221-7312DC4F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7CC5-45BA-D7FF-CCFB-5D27B75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2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A74369-8CEE-369D-3E7A-BDBE2B9DF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56AA2-00D4-019C-7B78-40683159B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1C728-0EC9-3806-0F0E-FE7F6FA27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F1C9B-701B-D8F6-DE1A-1FEE15EF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A15B2-196A-18C4-9532-199D1CAB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76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D1370-07D2-461B-6DA8-288B5047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FADDC-3FC8-5FE0-3EAF-05E1C23D2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7B39D-8AB5-38B5-3065-ADBCE7602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14F01-AE2C-9B47-98F4-BE0E1C40B1F6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11237-285F-BE46-CECA-F7E600F58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24E45-B1A4-9F6B-4A24-9243A7A01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C173A-621A-CA4F-B371-A5D7FFC7C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92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8FB85E-A25D-19D9-8A3B-E2C913714B75}"/>
              </a:ext>
            </a:extLst>
          </p:cNvPr>
          <p:cNvCxnSpPr>
            <a:cxnSpLocks/>
          </p:cNvCxnSpPr>
          <p:nvPr/>
        </p:nvCxnSpPr>
        <p:spPr>
          <a:xfrm flipV="1">
            <a:off x="3334925" y="1818290"/>
            <a:ext cx="3927723" cy="19320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4DF3E5-63C1-CE15-4AAF-77A7288CBE41}"/>
              </a:ext>
            </a:extLst>
          </p:cNvPr>
          <p:cNvCxnSpPr>
            <a:cxnSpLocks/>
          </p:cNvCxnSpPr>
          <p:nvPr/>
        </p:nvCxnSpPr>
        <p:spPr>
          <a:xfrm flipV="1">
            <a:off x="3334925" y="2301591"/>
            <a:ext cx="4095889" cy="14688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10BFA9-D67E-94CE-B37D-BEE4B24A4605}"/>
              </a:ext>
            </a:extLst>
          </p:cNvPr>
          <p:cNvSpPr txBox="1"/>
          <p:nvPr/>
        </p:nvSpPr>
        <p:spPr>
          <a:xfrm>
            <a:off x="2253098" y="3429000"/>
            <a:ext cx="12266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Focus groups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DD12B0-46F5-1194-EB6F-25CE99ECEBEB}"/>
              </a:ext>
            </a:extLst>
          </p:cNvPr>
          <p:cNvSpPr txBox="1"/>
          <p:nvPr/>
        </p:nvSpPr>
        <p:spPr>
          <a:xfrm>
            <a:off x="2678371" y="3192032"/>
            <a:ext cx="1300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Proposed CBA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56AD0-B783-6017-895E-EDBDE0FA4BC4}"/>
              </a:ext>
            </a:extLst>
          </p:cNvPr>
          <p:cNvSpPr txBox="1"/>
          <p:nvPr/>
        </p:nvSpPr>
        <p:spPr>
          <a:xfrm>
            <a:off x="3039474" y="2916879"/>
            <a:ext cx="15057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Castle Wind CBA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1CAE8-FCF5-2899-8E7C-98BA4376504F}"/>
              </a:ext>
            </a:extLst>
          </p:cNvPr>
          <p:cNvSpPr txBox="1"/>
          <p:nvPr/>
        </p:nvSpPr>
        <p:spPr>
          <a:xfrm>
            <a:off x="3524637" y="2609102"/>
            <a:ext cx="1733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Offshore wind CBAs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F24AB-2DBA-AD59-769D-00B9622F09AF}"/>
              </a:ext>
            </a:extLst>
          </p:cNvPr>
          <p:cNvSpPr txBox="1"/>
          <p:nvPr/>
        </p:nvSpPr>
        <p:spPr>
          <a:xfrm>
            <a:off x="4154659" y="2343367"/>
            <a:ext cx="1577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Land-based CBAs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6F2B9E-D31C-1A5B-D0BB-3CD9BC7DD5CA}"/>
              </a:ext>
            </a:extLst>
          </p:cNvPr>
          <p:cNvSpPr txBox="1"/>
          <p:nvPr/>
        </p:nvSpPr>
        <p:spPr>
          <a:xfrm>
            <a:off x="4490509" y="2068214"/>
            <a:ext cx="17847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Select review papers</a:t>
            </a:r>
          </a:p>
        </p:txBody>
      </p:sp>
      <p:sp>
        <p:nvSpPr>
          <p:cNvPr id="17" name="5-Point Star 16">
            <a:extLst>
              <a:ext uri="{FF2B5EF4-FFF2-40B4-BE49-F238E27FC236}">
                <a16:creationId xmlns:a16="http://schemas.microsoft.com/office/drawing/2014/main" id="{6C3746FA-80C4-3DBF-3461-183C3A96DA96}"/>
              </a:ext>
            </a:extLst>
          </p:cNvPr>
          <p:cNvSpPr/>
          <p:nvPr/>
        </p:nvSpPr>
        <p:spPr>
          <a:xfrm>
            <a:off x="7787685" y="363002"/>
            <a:ext cx="1881352" cy="1705212"/>
          </a:xfrm>
          <a:prstGeom prst="star5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Mitigation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97580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Free</dc:creator>
  <cp:lastModifiedBy>Chris Free</cp:lastModifiedBy>
  <cp:revision>4</cp:revision>
  <dcterms:created xsi:type="dcterms:W3CDTF">2026-02-18T00:41:07Z</dcterms:created>
  <dcterms:modified xsi:type="dcterms:W3CDTF">2026-02-18T00:51:35Z</dcterms:modified>
</cp:coreProperties>
</file>
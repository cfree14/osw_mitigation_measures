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450"/>
    <p:restoredTop sz="94731"/>
  </p:normalViewPr>
  <p:slideViewPr>
    <p:cSldViewPr snapToGrid="0">
      <p:cViewPr varScale="1">
        <p:scale>
          <a:sx n="106" d="100"/>
          <a:sy n="106" d="100"/>
        </p:scale>
        <p:origin x="200" y="10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5E367F7-6F71-3544-B980-6AF2D4C0054E}" type="doc">
      <dgm:prSet loTypeId="urn:microsoft.com/office/officeart/2005/8/layout/hierarchy2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20379A8-1D8C-0B44-BA6E-AF643367C9F5}">
      <dgm:prSet phldrT="[Text]"/>
      <dgm:spPr/>
      <dgm:t>
        <a:bodyPr/>
        <a:lstStyle/>
        <a:p>
          <a:r>
            <a:rPr lang="en-US" dirty="0"/>
            <a:t>Mitigate</a:t>
          </a:r>
        </a:p>
      </dgm:t>
    </dgm:pt>
    <dgm:pt modelId="{B696C083-FA79-2C48-A38A-2A50D49056E2}" type="parTrans" cxnId="{F8AC78B2-BDCB-0543-BB6C-433BFE3DE969}">
      <dgm:prSet/>
      <dgm:spPr/>
      <dgm:t>
        <a:bodyPr/>
        <a:lstStyle/>
        <a:p>
          <a:endParaRPr lang="en-US"/>
        </a:p>
      </dgm:t>
    </dgm:pt>
    <dgm:pt modelId="{01EF9BC7-86AE-564D-AFA4-85F488371468}" type="sibTrans" cxnId="{F8AC78B2-BDCB-0543-BB6C-433BFE3DE969}">
      <dgm:prSet/>
      <dgm:spPr/>
      <dgm:t>
        <a:bodyPr/>
        <a:lstStyle/>
        <a:p>
          <a:endParaRPr lang="en-US"/>
        </a:p>
      </dgm:t>
    </dgm:pt>
    <dgm:pt modelId="{DF861979-0E48-D445-A2F5-5DE42C3E2592}">
      <dgm:prSet phldrT="[Text]"/>
      <dgm:spPr/>
      <dgm:t>
        <a:bodyPr/>
        <a:lstStyle/>
        <a:p>
          <a:r>
            <a:rPr lang="en-US" dirty="0"/>
            <a:t>Improve income</a:t>
          </a:r>
        </a:p>
      </dgm:t>
    </dgm:pt>
    <dgm:pt modelId="{45E57654-6D0C-0C49-B360-5C51C1C8AD68}" type="parTrans" cxnId="{00CCB06F-8DB9-F149-B86E-B36F0893B50D}">
      <dgm:prSet/>
      <dgm:spPr/>
      <dgm:t>
        <a:bodyPr/>
        <a:lstStyle/>
        <a:p>
          <a:endParaRPr lang="en-US"/>
        </a:p>
      </dgm:t>
    </dgm:pt>
    <dgm:pt modelId="{0D259AA5-93E8-8D48-B607-1B2A0FE71C16}" type="sibTrans" cxnId="{00CCB06F-8DB9-F149-B86E-B36F0893B50D}">
      <dgm:prSet/>
      <dgm:spPr/>
      <dgm:t>
        <a:bodyPr/>
        <a:lstStyle/>
        <a:p>
          <a:endParaRPr lang="en-US"/>
        </a:p>
      </dgm:t>
    </dgm:pt>
    <dgm:pt modelId="{62FC3D12-7FC1-5841-BC11-18622438BAEC}">
      <dgm:prSet phldrT="[Text]"/>
      <dgm:spPr/>
      <dgm:t>
        <a:bodyPr/>
        <a:lstStyle/>
        <a:p>
          <a:r>
            <a:rPr lang="en-US" dirty="0"/>
            <a:t>Improve affected fishery/grounds</a:t>
          </a:r>
        </a:p>
      </dgm:t>
    </dgm:pt>
    <dgm:pt modelId="{8170DBFD-FB98-E242-8610-F50B65032304}" type="parTrans" cxnId="{93E7F6ED-EC64-5946-8991-71999B35B168}">
      <dgm:prSet/>
      <dgm:spPr/>
      <dgm:t>
        <a:bodyPr/>
        <a:lstStyle/>
        <a:p>
          <a:endParaRPr lang="en-US"/>
        </a:p>
      </dgm:t>
    </dgm:pt>
    <dgm:pt modelId="{9D69101D-2F64-5945-91DF-1C1F1AE62377}" type="sibTrans" cxnId="{93E7F6ED-EC64-5946-8991-71999B35B168}">
      <dgm:prSet/>
      <dgm:spPr/>
      <dgm:t>
        <a:bodyPr/>
        <a:lstStyle/>
        <a:p>
          <a:endParaRPr lang="en-US"/>
        </a:p>
      </dgm:t>
    </dgm:pt>
    <dgm:pt modelId="{C4469284-BD81-8347-A5F2-E6C012425BE4}">
      <dgm:prSet phldrT="[Text]"/>
      <dgm:spPr/>
      <dgm:t>
        <a:bodyPr/>
        <a:lstStyle/>
        <a:p>
          <a:r>
            <a:rPr lang="en-US" dirty="0"/>
            <a:t>Improve unaffected fishery/grounds</a:t>
          </a:r>
        </a:p>
      </dgm:t>
    </dgm:pt>
    <dgm:pt modelId="{5406F919-D326-A241-9008-3B6E8D9C7D6A}" type="parTrans" cxnId="{757E2DD0-50D2-FD4E-8E36-C259FFC08121}">
      <dgm:prSet/>
      <dgm:spPr/>
      <dgm:t>
        <a:bodyPr/>
        <a:lstStyle/>
        <a:p>
          <a:endParaRPr lang="en-US"/>
        </a:p>
      </dgm:t>
    </dgm:pt>
    <dgm:pt modelId="{0ABDB25D-392A-7D40-8B56-93D82DF69C3C}" type="sibTrans" cxnId="{757E2DD0-50D2-FD4E-8E36-C259FFC08121}">
      <dgm:prSet/>
      <dgm:spPr/>
      <dgm:t>
        <a:bodyPr/>
        <a:lstStyle/>
        <a:p>
          <a:endParaRPr lang="en-US"/>
        </a:p>
      </dgm:t>
    </dgm:pt>
    <dgm:pt modelId="{1F75C584-B2AB-2440-A775-E2763A53D99E}">
      <dgm:prSet phldrT="[Text]"/>
      <dgm:spPr/>
      <dgm:t>
        <a:bodyPr/>
        <a:lstStyle/>
        <a:p>
          <a:r>
            <a:rPr lang="en-US" dirty="0"/>
            <a:t>Improve quality of life</a:t>
          </a:r>
        </a:p>
      </dgm:t>
    </dgm:pt>
    <dgm:pt modelId="{E60ED1B7-7EB0-4C4B-BB23-D7DDF00D1C59}" type="parTrans" cxnId="{D8EF1584-1D17-134D-975E-2D7CA008426E}">
      <dgm:prSet/>
      <dgm:spPr/>
      <dgm:t>
        <a:bodyPr/>
        <a:lstStyle/>
        <a:p>
          <a:endParaRPr lang="en-US"/>
        </a:p>
      </dgm:t>
    </dgm:pt>
    <dgm:pt modelId="{7547E75C-96F6-8A44-AACB-5BE9594AFD02}" type="sibTrans" cxnId="{D8EF1584-1D17-134D-975E-2D7CA008426E}">
      <dgm:prSet/>
      <dgm:spPr/>
      <dgm:t>
        <a:bodyPr/>
        <a:lstStyle/>
        <a:p>
          <a:endParaRPr lang="en-US"/>
        </a:p>
      </dgm:t>
    </dgm:pt>
    <dgm:pt modelId="{F4A67B41-ECDF-F94B-ABAA-C0B5E1CA6E25}">
      <dgm:prSet/>
      <dgm:spPr/>
      <dgm:t>
        <a:bodyPr/>
        <a:lstStyle/>
        <a:p>
          <a:r>
            <a:rPr lang="en-US" dirty="0"/>
            <a:t>Improve other source of income</a:t>
          </a:r>
        </a:p>
      </dgm:t>
    </dgm:pt>
    <dgm:pt modelId="{57D6CBF4-DCE8-1D46-9075-E8410733E758}" type="parTrans" cxnId="{F0014D6F-85B0-194C-9DFA-5FAA21F3A56A}">
      <dgm:prSet/>
      <dgm:spPr/>
      <dgm:t>
        <a:bodyPr/>
        <a:lstStyle/>
        <a:p>
          <a:endParaRPr lang="en-US"/>
        </a:p>
      </dgm:t>
    </dgm:pt>
    <dgm:pt modelId="{0979B9F9-07CC-C54A-82B8-D08CF1A166E6}" type="sibTrans" cxnId="{F0014D6F-85B0-194C-9DFA-5FAA21F3A56A}">
      <dgm:prSet/>
      <dgm:spPr/>
      <dgm:t>
        <a:bodyPr/>
        <a:lstStyle/>
        <a:p>
          <a:endParaRPr lang="en-US"/>
        </a:p>
      </dgm:t>
    </dgm:pt>
    <dgm:pt modelId="{FC0327DD-258A-CA47-8721-8E45A6F50F83}">
      <dgm:prSet/>
      <dgm:spPr/>
      <dgm:t>
        <a:bodyPr/>
        <a:lstStyle/>
        <a:p>
          <a:r>
            <a:rPr lang="en-US" dirty="0"/>
            <a:t>Avoid</a:t>
          </a:r>
        </a:p>
      </dgm:t>
    </dgm:pt>
    <dgm:pt modelId="{4D59EC74-98C1-C348-9B8E-501AF23735AC}" type="parTrans" cxnId="{995338C1-59CB-EE42-BB77-740714E3BF3A}">
      <dgm:prSet/>
      <dgm:spPr/>
      <dgm:t>
        <a:bodyPr/>
        <a:lstStyle/>
        <a:p>
          <a:endParaRPr lang="en-US"/>
        </a:p>
      </dgm:t>
    </dgm:pt>
    <dgm:pt modelId="{4F9AB259-3898-9F42-85BE-BEFCAFD034E3}" type="sibTrans" cxnId="{995338C1-59CB-EE42-BB77-740714E3BF3A}">
      <dgm:prSet/>
      <dgm:spPr/>
      <dgm:t>
        <a:bodyPr/>
        <a:lstStyle/>
        <a:p>
          <a:endParaRPr lang="en-US"/>
        </a:p>
      </dgm:t>
    </dgm:pt>
    <dgm:pt modelId="{EABCE579-A2B1-624D-9BB5-64BAA919BB05}">
      <dgm:prSet/>
      <dgm:spPr/>
      <dgm:t>
        <a:bodyPr/>
        <a:lstStyle/>
        <a:p>
          <a:r>
            <a:rPr lang="en-US" dirty="0"/>
            <a:t>Minimize</a:t>
          </a:r>
        </a:p>
      </dgm:t>
    </dgm:pt>
    <dgm:pt modelId="{1E274544-4148-4045-BCE6-C619CDF92B9C}" type="parTrans" cxnId="{7AB6E3B9-9F89-4846-AB57-1FD0228D0869}">
      <dgm:prSet/>
      <dgm:spPr/>
      <dgm:t>
        <a:bodyPr/>
        <a:lstStyle/>
        <a:p>
          <a:endParaRPr lang="en-US"/>
        </a:p>
      </dgm:t>
    </dgm:pt>
    <dgm:pt modelId="{0708B048-D03A-334B-A36C-A3D418B4EC63}" type="sibTrans" cxnId="{7AB6E3B9-9F89-4846-AB57-1FD0228D0869}">
      <dgm:prSet/>
      <dgm:spPr/>
      <dgm:t>
        <a:bodyPr/>
        <a:lstStyle/>
        <a:p>
          <a:endParaRPr lang="en-US"/>
        </a:p>
      </dgm:t>
    </dgm:pt>
    <dgm:pt modelId="{63D569ED-39BD-3F44-A78B-9E588E779B3A}" type="pres">
      <dgm:prSet presAssocID="{05E367F7-6F71-3544-B980-6AF2D4C0054E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71371C48-5120-B849-8F96-4688D432E122}" type="pres">
      <dgm:prSet presAssocID="{FC0327DD-258A-CA47-8721-8E45A6F50F83}" presName="root1" presStyleCnt="0"/>
      <dgm:spPr/>
    </dgm:pt>
    <dgm:pt modelId="{4169A015-3E43-C14F-8F82-DA3CA9C41B20}" type="pres">
      <dgm:prSet presAssocID="{FC0327DD-258A-CA47-8721-8E45A6F50F83}" presName="LevelOneTextNode" presStyleLbl="node0" presStyleIdx="0" presStyleCnt="3">
        <dgm:presLayoutVars>
          <dgm:chPref val="3"/>
        </dgm:presLayoutVars>
      </dgm:prSet>
      <dgm:spPr/>
    </dgm:pt>
    <dgm:pt modelId="{23119448-A4E5-704C-93E9-60A24D7EBCBE}" type="pres">
      <dgm:prSet presAssocID="{FC0327DD-258A-CA47-8721-8E45A6F50F83}" presName="level2hierChild" presStyleCnt="0"/>
      <dgm:spPr/>
    </dgm:pt>
    <dgm:pt modelId="{01C4C6A4-D899-BB47-BDB7-B431A17885C7}" type="pres">
      <dgm:prSet presAssocID="{EABCE579-A2B1-624D-9BB5-64BAA919BB05}" presName="root1" presStyleCnt="0"/>
      <dgm:spPr/>
    </dgm:pt>
    <dgm:pt modelId="{4A844693-709C-FE4E-A456-9B5654896ECA}" type="pres">
      <dgm:prSet presAssocID="{EABCE579-A2B1-624D-9BB5-64BAA919BB05}" presName="LevelOneTextNode" presStyleLbl="node0" presStyleIdx="1" presStyleCnt="3">
        <dgm:presLayoutVars>
          <dgm:chPref val="3"/>
        </dgm:presLayoutVars>
      </dgm:prSet>
      <dgm:spPr/>
    </dgm:pt>
    <dgm:pt modelId="{FF25D815-29CA-3749-8EE0-BF37DC17772D}" type="pres">
      <dgm:prSet presAssocID="{EABCE579-A2B1-624D-9BB5-64BAA919BB05}" presName="level2hierChild" presStyleCnt="0"/>
      <dgm:spPr/>
    </dgm:pt>
    <dgm:pt modelId="{C639FF36-5C6A-6449-8C60-AD4F8237B3C2}" type="pres">
      <dgm:prSet presAssocID="{B20379A8-1D8C-0B44-BA6E-AF643367C9F5}" presName="root1" presStyleCnt="0"/>
      <dgm:spPr/>
    </dgm:pt>
    <dgm:pt modelId="{82B5CFED-B48B-DD40-AAE4-0647F3B74C55}" type="pres">
      <dgm:prSet presAssocID="{B20379A8-1D8C-0B44-BA6E-AF643367C9F5}" presName="LevelOneTextNode" presStyleLbl="node0" presStyleIdx="2" presStyleCnt="3">
        <dgm:presLayoutVars>
          <dgm:chPref val="3"/>
        </dgm:presLayoutVars>
      </dgm:prSet>
      <dgm:spPr/>
    </dgm:pt>
    <dgm:pt modelId="{333C9900-77FA-544C-BA3E-525A130A8376}" type="pres">
      <dgm:prSet presAssocID="{B20379A8-1D8C-0B44-BA6E-AF643367C9F5}" presName="level2hierChild" presStyleCnt="0"/>
      <dgm:spPr/>
    </dgm:pt>
    <dgm:pt modelId="{0947E2CE-CDC6-9F46-BB3B-5F6131D80B96}" type="pres">
      <dgm:prSet presAssocID="{45E57654-6D0C-0C49-B360-5C51C1C8AD68}" presName="conn2-1" presStyleLbl="parChTrans1D2" presStyleIdx="0" presStyleCnt="2"/>
      <dgm:spPr/>
    </dgm:pt>
    <dgm:pt modelId="{7D66F293-AC3E-7D47-B532-8A415FC171F1}" type="pres">
      <dgm:prSet presAssocID="{45E57654-6D0C-0C49-B360-5C51C1C8AD68}" presName="connTx" presStyleLbl="parChTrans1D2" presStyleIdx="0" presStyleCnt="2"/>
      <dgm:spPr/>
    </dgm:pt>
    <dgm:pt modelId="{02BB9045-E2E4-C14E-9B02-AF611210C53A}" type="pres">
      <dgm:prSet presAssocID="{DF861979-0E48-D445-A2F5-5DE42C3E2592}" presName="root2" presStyleCnt="0"/>
      <dgm:spPr/>
    </dgm:pt>
    <dgm:pt modelId="{9B1C5A79-A467-CF41-9ABE-B5194EEA8A9A}" type="pres">
      <dgm:prSet presAssocID="{DF861979-0E48-D445-A2F5-5DE42C3E2592}" presName="LevelTwoTextNode" presStyleLbl="node2" presStyleIdx="0" presStyleCnt="2">
        <dgm:presLayoutVars>
          <dgm:chPref val="3"/>
        </dgm:presLayoutVars>
      </dgm:prSet>
      <dgm:spPr/>
    </dgm:pt>
    <dgm:pt modelId="{AFC395A6-0ED7-4443-86D7-757F29CB913C}" type="pres">
      <dgm:prSet presAssocID="{DF861979-0E48-D445-A2F5-5DE42C3E2592}" presName="level3hierChild" presStyleCnt="0"/>
      <dgm:spPr/>
    </dgm:pt>
    <dgm:pt modelId="{BC5060CD-661C-4949-A542-A415D2B2EB2F}" type="pres">
      <dgm:prSet presAssocID="{8170DBFD-FB98-E242-8610-F50B65032304}" presName="conn2-1" presStyleLbl="parChTrans1D3" presStyleIdx="0" presStyleCnt="3"/>
      <dgm:spPr/>
    </dgm:pt>
    <dgm:pt modelId="{24F1A7DF-85E1-BD49-84E1-BD759583C313}" type="pres">
      <dgm:prSet presAssocID="{8170DBFD-FB98-E242-8610-F50B65032304}" presName="connTx" presStyleLbl="parChTrans1D3" presStyleIdx="0" presStyleCnt="3"/>
      <dgm:spPr/>
    </dgm:pt>
    <dgm:pt modelId="{BEF9ED2B-7271-F242-BED6-942664698E53}" type="pres">
      <dgm:prSet presAssocID="{62FC3D12-7FC1-5841-BC11-18622438BAEC}" presName="root2" presStyleCnt="0"/>
      <dgm:spPr/>
    </dgm:pt>
    <dgm:pt modelId="{B6B225ED-0131-CF49-9869-B1A64A81B41F}" type="pres">
      <dgm:prSet presAssocID="{62FC3D12-7FC1-5841-BC11-18622438BAEC}" presName="LevelTwoTextNode" presStyleLbl="node3" presStyleIdx="0" presStyleCnt="3">
        <dgm:presLayoutVars>
          <dgm:chPref val="3"/>
        </dgm:presLayoutVars>
      </dgm:prSet>
      <dgm:spPr/>
    </dgm:pt>
    <dgm:pt modelId="{FB64CE3E-2296-654D-AE18-B4CF48423B39}" type="pres">
      <dgm:prSet presAssocID="{62FC3D12-7FC1-5841-BC11-18622438BAEC}" presName="level3hierChild" presStyleCnt="0"/>
      <dgm:spPr/>
    </dgm:pt>
    <dgm:pt modelId="{B875C80E-A93B-A340-8180-65DA044EDB42}" type="pres">
      <dgm:prSet presAssocID="{5406F919-D326-A241-9008-3B6E8D9C7D6A}" presName="conn2-1" presStyleLbl="parChTrans1D3" presStyleIdx="1" presStyleCnt="3"/>
      <dgm:spPr/>
    </dgm:pt>
    <dgm:pt modelId="{9079F8F4-7DFF-EC4C-89AD-8CEEBC3D5BC0}" type="pres">
      <dgm:prSet presAssocID="{5406F919-D326-A241-9008-3B6E8D9C7D6A}" presName="connTx" presStyleLbl="parChTrans1D3" presStyleIdx="1" presStyleCnt="3"/>
      <dgm:spPr/>
    </dgm:pt>
    <dgm:pt modelId="{A9285C81-FBB5-E246-B1E1-D12B75F6FB01}" type="pres">
      <dgm:prSet presAssocID="{C4469284-BD81-8347-A5F2-E6C012425BE4}" presName="root2" presStyleCnt="0"/>
      <dgm:spPr/>
    </dgm:pt>
    <dgm:pt modelId="{EE94BB7D-1815-C545-8672-A49F10D67465}" type="pres">
      <dgm:prSet presAssocID="{C4469284-BD81-8347-A5F2-E6C012425BE4}" presName="LevelTwoTextNode" presStyleLbl="node3" presStyleIdx="1" presStyleCnt="3">
        <dgm:presLayoutVars>
          <dgm:chPref val="3"/>
        </dgm:presLayoutVars>
      </dgm:prSet>
      <dgm:spPr/>
    </dgm:pt>
    <dgm:pt modelId="{7C673987-4493-BB40-844E-CE1E29D6C23F}" type="pres">
      <dgm:prSet presAssocID="{C4469284-BD81-8347-A5F2-E6C012425BE4}" presName="level3hierChild" presStyleCnt="0"/>
      <dgm:spPr/>
    </dgm:pt>
    <dgm:pt modelId="{AE7DE3A8-2DFF-9B40-887B-B26586BE997E}" type="pres">
      <dgm:prSet presAssocID="{57D6CBF4-DCE8-1D46-9075-E8410733E758}" presName="conn2-1" presStyleLbl="parChTrans1D3" presStyleIdx="2" presStyleCnt="3"/>
      <dgm:spPr/>
    </dgm:pt>
    <dgm:pt modelId="{7A488A18-56F9-AB4E-AE51-59D6A26AB41E}" type="pres">
      <dgm:prSet presAssocID="{57D6CBF4-DCE8-1D46-9075-E8410733E758}" presName="connTx" presStyleLbl="parChTrans1D3" presStyleIdx="2" presStyleCnt="3"/>
      <dgm:spPr/>
    </dgm:pt>
    <dgm:pt modelId="{BB7C0A28-93E3-4E4E-91FC-18E062AF1923}" type="pres">
      <dgm:prSet presAssocID="{F4A67B41-ECDF-F94B-ABAA-C0B5E1CA6E25}" presName="root2" presStyleCnt="0"/>
      <dgm:spPr/>
    </dgm:pt>
    <dgm:pt modelId="{B5969F6F-EA10-2346-845F-3750AF54CB60}" type="pres">
      <dgm:prSet presAssocID="{F4A67B41-ECDF-F94B-ABAA-C0B5E1CA6E25}" presName="LevelTwoTextNode" presStyleLbl="node3" presStyleIdx="2" presStyleCnt="3">
        <dgm:presLayoutVars>
          <dgm:chPref val="3"/>
        </dgm:presLayoutVars>
      </dgm:prSet>
      <dgm:spPr/>
    </dgm:pt>
    <dgm:pt modelId="{7F2835EA-C2A1-6244-B612-D08FF2A1FC95}" type="pres">
      <dgm:prSet presAssocID="{F4A67B41-ECDF-F94B-ABAA-C0B5E1CA6E25}" presName="level3hierChild" presStyleCnt="0"/>
      <dgm:spPr/>
    </dgm:pt>
    <dgm:pt modelId="{A8B9E073-4891-314D-BFC5-D22A1592D001}" type="pres">
      <dgm:prSet presAssocID="{E60ED1B7-7EB0-4C4B-BB23-D7DDF00D1C59}" presName="conn2-1" presStyleLbl="parChTrans1D2" presStyleIdx="1" presStyleCnt="2"/>
      <dgm:spPr/>
    </dgm:pt>
    <dgm:pt modelId="{868B7979-F51E-134E-9CE2-0068AAA1AD5E}" type="pres">
      <dgm:prSet presAssocID="{E60ED1B7-7EB0-4C4B-BB23-D7DDF00D1C59}" presName="connTx" presStyleLbl="parChTrans1D2" presStyleIdx="1" presStyleCnt="2"/>
      <dgm:spPr/>
    </dgm:pt>
    <dgm:pt modelId="{F2D5F114-3ABE-4F49-A901-86155D88C8C1}" type="pres">
      <dgm:prSet presAssocID="{1F75C584-B2AB-2440-A775-E2763A53D99E}" presName="root2" presStyleCnt="0"/>
      <dgm:spPr/>
    </dgm:pt>
    <dgm:pt modelId="{B7C8A33C-475E-2D4C-AC94-56DB94879F9D}" type="pres">
      <dgm:prSet presAssocID="{1F75C584-B2AB-2440-A775-E2763A53D99E}" presName="LevelTwoTextNode" presStyleLbl="node2" presStyleIdx="1" presStyleCnt="2">
        <dgm:presLayoutVars>
          <dgm:chPref val="3"/>
        </dgm:presLayoutVars>
      </dgm:prSet>
      <dgm:spPr/>
    </dgm:pt>
    <dgm:pt modelId="{6F079D59-B866-F945-A974-E507F7900655}" type="pres">
      <dgm:prSet presAssocID="{1F75C584-B2AB-2440-A775-E2763A53D99E}" presName="level3hierChild" presStyleCnt="0"/>
      <dgm:spPr/>
    </dgm:pt>
  </dgm:ptLst>
  <dgm:cxnLst>
    <dgm:cxn modelId="{62A57501-26C0-5247-9155-2B4F2BBD544D}" type="presOf" srcId="{57D6CBF4-DCE8-1D46-9075-E8410733E758}" destId="{AE7DE3A8-2DFF-9B40-887B-B26586BE997E}" srcOrd="0" destOrd="0" presId="urn:microsoft.com/office/officeart/2005/8/layout/hierarchy2"/>
    <dgm:cxn modelId="{99C0F114-E496-CC42-9D40-F638514E6B2D}" type="presOf" srcId="{1F75C584-B2AB-2440-A775-E2763A53D99E}" destId="{B7C8A33C-475E-2D4C-AC94-56DB94879F9D}" srcOrd="0" destOrd="0" presId="urn:microsoft.com/office/officeart/2005/8/layout/hierarchy2"/>
    <dgm:cxn modelId="{8ADF5851-A532-454C-97B0-03F1E55C9185}" type="presOf" srcId="{05E367F7-6F71-3544-B980-6AF2D4C0054E}" destId="{63D569ED-39BD-3F44-A78B-9E588E779B3A}" srcOrd="0" destOrd="0" presId="urn:microsoft.com/office/officeart/2005/8/layout/hierarchy2"/>
    <dgm:cxn modelId="{E3CA7C5F-D8E7-7647-982C-FDD0CA56CBD5}" type="presOf" srcId="{5406F919-D326-A241-9008-3B6E8D9C7D6A}" destId="{9079F8F4-7DFF-EC4C-89AD-8CEEBC3D5BC0}" srcOrd="1" destOrd="0" presId="urn:microsoft.com/office/officeart/2005/8/layout/hierarchy2"/>
    <dgm:cxn modelId="{A71E0B66-10E7-D54F-9B04-DD34C3C748BC}" type="presOf" srcId="{EABCE579-A2B1-624D-9BB5-64BAA919BB05}" destId="{4A844693-709C-FE4E-A456-9B5654896ECA}" srcOrd="0" destOrd="0" presId="urn:microsoft.com/office/officeart/2005/8/layout/hierarchy2"/>
    <dgm:cxn modelId="{F0014D6F-85B0-194C-9DFA-5FAA21F3A56A}" srcId="{DF861979-0E48-D445-A2F5-5DE42C3E2592}" destId="{F4A67B41-ECDF-F94B-ABAA-C0B5E1CA6E25}" srcOrd="2" destOrd="0" parTransId="{57D6CBF4-DCE8-1D46-9075-E8410733E758}" sibTransId="{0979B9F9-07CC-C54A-82B8-D08CF1A166E6}"/>
    <dgm:cxn modelId="{00CCB06F-8DB9-F149-B86E-B36F0893B50D}" srcId="{B20379A8-1D8C-0B44-BA6E-AF643367C9F5}" destId="{DF861979-0E48-D445-A2F5-5DE42C3E2592}" srcOrd="0" destOrd="0" parTransId="{45E57654-6D0C-0C49-B360-5C51C1C8AD68}" sibTransId="{0D259AA5-93E8-8D48-B607-1B2A0FE71C16}"/>
    <dgm:cxn modelId="{AA7CFC7E-B31C-1D4F-9D6D-6683C40BB80C}" type="presOf" srcId="{8170DBFD-FB98-E242-8610-F50B65032304}" destId="{24F1A7DF-85E1-BD49-84E1-BD759583C313}" srcOrd="1" destOrd="0" presId="urn:microsoft.com/office/officeart/2005/8/layout/hierarchy2"/>
    <dgm:cxn modelId="{A8D11B82-77A3-8247-961B-CC9A22B3A05B}" type="presOf" srcId="{E60ED1B7-7EB0-4C4B-BB23-D7DDF00D1C59}" destId="{868B7979-F51E-134E-9CE2-0068AAA1AD5E}" srcOrd="1" destOrd="0" presId="urn:microsoft.com/office/officeart/2005/8/layout/hierarchy2"/>
    <dgm:cxn modelId="{D8EF1584-1D17-134D-975E-2D7CA008426E}" srcId="{B20379A8-1D8C-0B44-BA6E-AF643367C9F5}" destId="{1F75C584-B2AB-2440-A775-E2763A53D99E}" srcOrd="1" destOrd="0" parTransId="{E60ED1B7-7EB0-4C4B-BB23-D7DDF00D1C59}" sibTransId="{7547E75C-96F6-8A44-AACB-5BE9594AFD02}"/>
    <dgm:cxn modelId="{AD230F89-8891-6649-A711-6BC07B5F8171}" type="presOf" srcId="{62FC3D12-7FC1-5841-BC11-18622438BAEC}" destId="{B6B225ED-0131-CF49-9869-B1A64A81B41F}" srcOrd="0" destOrd="0" presId="urn:microsoft.com/office/officeart/2005/8/layout/hierarchy2"/>
    <dgm:cxn modelId="{7276449A-8BB6-9A48-BDF5-CE828FC1675A}" type="presOf" srcId="{8170DBFD-FB98-E242-8610-F50B65032304}" destId="{BC5060CD-661C-4949-A542-A415D2B2EB2F}" srcOrd="0" destOrd="0" presId="urn:microsoft.com/office/officeart/2005/8/layout/hierarchy2"/>
    <dgm:cxn modelId="{23401BA0-A190-6A42-B610-80EF3527435A}" type="presOf" srcId="{C4469284-BD81-8347-A5F2-E6C012425BE4}" destId="{EE94BB7D-1815-C545-8672-A49F10D67465}" srcOrd="0" destOrd="0" presId="urn:microsoft.com/office/officeart/2005/8/layout/hierarchy2"/>
    <dgm:cxn modelId="{54E8F4A9-72AC-3441-BA67-E150531D6DE0}" type="presOf" srcId="{45E57654-6D0C-0C49-B360-5C51C1C8AD68}" destId="{0947E2CE-CDC6-9F46-BB3B-5F6131D80B96}" srcOrd="0" destOrd="0" presId="urn:microsoft.com/office/officeart/2005/8/layout/hierarchy2"/>
    <dgm:cxn modelId="{A8BD19AD-8FF6-A94E-8A02-23C07743A42A}" type="presOf" srcId="{F4A67B41-ECDF-F94B-ABAA-C0B5E1CA6E25}" destId="{B5969F6F-EA10-2346-845F-3750AF54CB60}" srcOrd="0" destOrd="0" presId="urn:microsoft.com/office/officeart/2005/8/layout/hierarchy2"/>
    <dgm:cxn modelId="{F8AC78B2-BDCB-0543-BB6C-433BFE3DE969}" srcId="{05E367F7-6F71-3544-B980-6AF2D4C0054E}" destId="{B20379A8-1D8C-0B44-BA6E-AF643367C9F5}" srcOrd="2" destOrd="0" parTransId="{B696C083-FA79-2C48-A38A-2A50D49056E2}" sibTransId="{01EF9BC7-86AE-564D-AFA4-85F488371468}"/>
    <dgm:cxn modelId="{C1BDC9B3-17F8-DD49-A7ED-20ED6CDA7002}" type="presOf" srcId="{B20379A8-1D8C-0B44-BA6E-AF643367C9F5}" destId="{82B5CFED-B48B-DD40-AAE4-0647F3B74C55}" srcOrd="0" destOrd="0" presId="urn:microsoft.com/office/officeart/2005/8/layout/hierarchy2"/>
    <dgm:cxn modelId="{B6E1CDB5-714E-114E-8476-DF7AB2A3A614}" type="presOf" srcId="{DF861979-0E48-D445-A2F5-5DE42C3E2592}" destId="{9B1C5A79-A467-CF41-9ABE-B5194EEA8A9A}" srcOrd="0" destOrd="0" presId="urn:microsoft.com/office/officeart/2005/8/layout/hierarchy2"/>
    <dgm:cxn modelId="{7AB6E3B9-9F89-4846-AB57-1FD0228D0869}" srcId="{05E367F7-6F71-3544-B980-6AF2D4C0054E}" destId="{EABCE579-A2B1-624D-9BB5-64BAA919BB05}" srcOrd="1" destOrd="0" parTransId="{1E274544-4148-4045-BCE6-C619CDF92B9C}" sibTransId="{0708B048-D03A-334B-A36C-A3D418B4EC63}"/>
    <dgm:cxn modelId="{995338C1-59CB-EE42-BB77-740714E3BF3A}" srcId="{05E367F7-6F71-3544-B980-6AF2D4C0054E}" destId="{FC0327DD-258A-CA47-8721-8E45A6F50F83}" srcOrd="0" destOrd="0" parTransId="{4D59EC74-98C1-C348-9B8E-501AF23735AC}" sibTransId="{4F9AB259-3898-9F42-85BE-BEFCAFD034E3}"/>
    <dgm:cxn modelId="{965F48CF-BA87-744B-BE44-5EDB0BF7913F}" type="presOf" srcId="{FC0327DD-258A-CA47-8721-8E45A6F50F83}" destId="{4169A015-3E43-C14F-8F82-DA3CA9C41B20}" srcOrd="0" destOrd="0" presId="urn:microsoft.com/office/officeart/2005/8/layout/hierarchy2"/>
    <dgm:cxn modelId="{757E2DD0-50D2-FD4E-8E36-C259FFC08121}" srcId="{DF861979-0E48-D445-A2F5-5DE42C3E2592}" destId="{C4469284-BD81-8347-A5F2-E6C012425BE4}" srcOrd="1" destOrd="0" parTransId="{5406F919-D326-A241-9008-3B6E8D9C7D6A}" sibTransId="{0ABDB25D-392A-7D40-8B56-93D82DF69C3C}"/>
    <dgm:cxn modelId="{38A5D2DD-5FF6-4246-B169-97A10943E737}" type="presOf" srcId="{57D6CBF4-DCE8-1D46-9075-E8410733E758}" destId="{7A488A18-56F9-AB4E-AE51-59D6A26AB41E}" srcOrd="1" destOrd="0" presId="urn:microsoft.com/office/officeart/2005/8/layout/hierarchy2"/>
    <dgm:cxn modelId="{55C57BE7-C19B-E748-A9C4-E52C3C1BF3FF}" type="presOf" srcId="{E60ED1B7-7EB0-4C4B-BB23-D7DDF00D1C59}" destId="{A8B9E073-4891-314D-BFC5-D22A1592D001}" srcOrd="0" destOrd="0" presId="urn:microsoft.com/office/officeart/2005/8/layout/hierarchy2"/>
    <dgm:cxn modelId="{93E7F6ED-EC64-5946-8991-71999B35B168}" srcId="{DF861979-0E48-D445-A2F5-5DE42C3E2592}" destId="{62FC3D12-7FC1-5841-BC11-18622438BAEC}" srcOrd="0" destOrd="0" parTransId="{8170DBFD-FB98-E242-8610-F50B65032304}" sibTransId="{9D69101D-2F64-5945-91DF-1C1F1AE62377}"/>
    <dgm:cxn modelId="{BCFAA1F7-924F-1E46-8456-2812C82C12FB}" type="presOf" srcId="{5406F919-D326-A241-9008-3B6E8D9C7D6A}" destId="{B875C80E-A93B-A340-8180-65DA044EDB42}" srcOrd="0" destOrd="0" presId="urn:microsoft.com/office/officeart/2005/8/layout/hierarchy2"/>
    <dgm:cxn modelId="{A929DDFD-3139-5C48-BADB-47F3C1CFC200}" type="presOf" srcId="{45E57654-6D0C-0C49-B360-5C51C1C8AD68}" destId="{7D66F293-AC3E-7D47-B532-8A415FC171F1}" srcOrd="1" destOrd="0" presId="urn:microsoft.com/office/officeart/2005/8/layout/hierarchy2"/>
    <dgm:cxn modelId="{A31676F8-85A3-504B-B5CC-FD08DFCCB147}" type="presParOf" srcId="{63D569ED-39BD-3F44-A78B-9E588E779B3A}" destId="{71371C48-5120-B849-8F96-4688D432E122}" srcOrd="0" destOrd="0" presId="urn:microsoft.com/office/officeart/2005/8/layout/hierarchy2"/>
    <dgm:cxn modelId="{5B36DDB1-4F5D-4B45-997E-F70B3CA598D9}" type="presParOf" srcId="{71371C48-5120-B849-8F96-4688D432E122}" destId="{4169A015-3E43-C14F-8F82-DA3CA9C41B20}" srcOrd="0" destOrd="0" presId="urn:microsoft.com/office/officeart/2005/8/layout/hierarchy2"/>
    <dgm:cxn modelId="{BFCC42C1-9A98-F24D-8AF6-1D8828287495}" type="presParOf" srcId="{71371C48-5120-B849-8F96-4688D432E122}" destId="{23119448-A4E5-704C-93E9-60A24D7EBCBE}" srcOrd="1" destOrd="0" presId="urn:microsoft.com/office/officeart/2005/8/layout/hierarchy2"/>
    <dgm:cxn modelId="{0ED70F34-5E7E-F940-8575-AAB80420BDE2}" type="presParOf" srcId="{63D569ED-39BD-3F44-A78B-9E588E779B3A}" destId="{01C4C6A4-D899-BB47-BDB7-B431A17885C7}" srcOrd="1" destOrd="0" presId="urn:microsoft.com/office/officeart/2005/8/layout/hierarchy2"/>
    <dgm:cxn modelId="{0C6A13FD-9A97-CD42-B579-8FF061D8FDD4}" type="presParOf" srcId="{01C4C6A4-D899-BB47-BDB7-B431A17885C7}" destId="{4A844693-709C-FE4E-A456-9B5654896ECA}" srcOrd="0" destOrd="0" presId="urn:microsoft.com/office/officeart/2005/8/layout/hierarchy2"/>
    <dgm:cxn modelId="{0A94A946-425B-A44D-BFB7-9D9F7CD52A12}" type="presParOf" srcId="{01C4C6A4-D899-BB47-BDB7-B431A17885C7}" destId="{FF25D815-29CA-3749-8EE0-BF37DC17772D}" srcOrd="1" destOrd="0" presId="urn:microsoft.com/office/officeart/2005/8/layout/hierarchy2"/>
    <dgm:cxn modelId="{62823DF0-DD2E-2746-B074-E194FFC0C1DF}" type="presParOf" srcId="{63D569ED-39BD-3F44-A78B-9E588E779B3A}" destId="{C639FF36-5C6A-6449-8C60-AD4F8237B3C2}" srcOrd="2" destOrd="0" presId="urn:microsoft.com/office/officeart/2005/8/layout/hierarchy2"/>
    <dgm:cxn modelId="{D1C8CF61-79CD-9145-84F5-B8ECD621BE7B}" type="presParOf" srcId="{C639FF36-5C6A-6449-8C60-AD4F8237B3C2}" destId="{82B5CFED-B48B-DD40-AAE4-0647F3B74C55}" srcOrd="0" destOrd="0" presId="urn:microsoft.com/office/officeart/2005/8/layout/hierarchy2"/>
    <dgm:cxn modelId="{29E26952-0C1E-E342-B109-5D708D671064}" type="presParOf" srcId="{C639FF36-5C6A-6449-8C60-AD4F8237B3C2}" destId="{333C9900-77FA-544C-BA3E-525A130A8376}" srcOrd="1" destOrd="0" presId="urn:microsoft.com/office/officeart/2005/8/layout/hierarchy2"/>
    <dgm:cxn modelId="{492526DF-C969-BC45-B52E-8533EAF5FB6C}" type="presParOf" srcId="{333C9900-77FA-544C-BA3E-525A130A8376}" destId="{0947E2CE-CDC6-9F46-BB3B-5F6131D80B96}" srcOrd="0" destOrd="0" presId="urn:microsoft.com/office/officeart/2005/8/layout/hierarchy2"/>
    <dgm:cxn modelId="{CAFAABDC-55DF-1E48-B269-40AFA29A3ACA}" type="presParOf" srcId="{0947E2CE-CDC6-9F46-BB3B-5F6131D80B96}" destId="{7D66F293-AC3E-7D47-B532-8A415FC171F1}" srcOrd="0" destOrd="0" presId="urn:microsoft.com/office/officeart/2005/8/layout/hierarchy2"/>
    <dgm:cxn modelId="{3AB4ABE4-5C0D-AF47-ADA5-2EAAB283EC71}" type="presParOf" srcId="{333C9900-77FA-544C-BA3E-525A130A8376}" destId="{02BB9045-E2E4-C14E-9B02-AF611210C53A}" srcOrd="1" destOrd="0" presId="urn:microsoft.com/office/officeart/2005/8/layout/hierarchy2"/>
    <dgm:cxn modelId="{40D21A60-EC1B-2549-ACA0-82384978B1A9}" type="presParOf" srcId="{02BB9045-E2E4-C14E-9B02-AF611210C53A}" destId="{9B1C5A79-A467-CF41-9ABE-B5194EEA8A9A}" srcOrd="0" destOrd="0" presId="urn:microsoft.com/office/officeart/2005/8/layout/hierarchy2"/>
    <dgm:cxn modelId="{B43E85DF-6515-944D-A1F4-A406D9A53BB8}" type="presParOf" srcId="{02BB9045-E2E4-C14E-9B02-AF611210C53A}" destId="{AFC395A6-0ED7-4443-86D7-757F29CB913C}" srcOrd="1" destOrd="0" presId="urn:microsoft.com/office/officeart/2005/8/layout/hierarchy2"/>
    <dgm:cxn modelId="{0CDA1C4D-C12B-1748-BE3C-86259F71B86F}" type="presParOf" srcId="{AFC395A6-0ED7-4443-86D7-757F29CB913C}" destId="{BC5060CD-661C-4949-A542-A415D2B2EB2F}" srcOrd="0" destOrd="0" presId="urn:microsoft.com/office/officeart/2005/8/layout/hierarchy2"/>
    <dgm:cxn modelId="{680CF6D8-581D-1341-88E2-4DA557F06EA8}" type="presParOf" srcId="{BC5060CD-661C-4949-A542-A415D2B2EB2F}" destId="{24F1A7DF-85E1-BD49-84E1-BD759583C313}" srcOrd="0" destOrd="0" presId="urn:microsoft.com/office/officeart/2005/8/layout/hierarchy2"/>
    <dgm:cxn modelId="{571505B0-D98B-EB45-B707-D6D0F1B1AC67}" type="presParOf" srcId="{AFC395A6-0ED7-4443-86D7-757F29CB913C}" destId="{BEF9ED2B-7271-F242-BED6-942664698E53}" srcOrd="1" destOrd="0" presId="urn:microsoft.com/office/officeart/2005/8/layout/hierarchy2"/>
    <dgm:cxn modelId="{E9CCEC84-FE81-FA4D-8286-F1BC1CA71302}" type="presParOf" srcId="{BEF9ED2B-7271-F242-BED6-942664698E53}" destId="{B6B225ED-0131-CF49-9869-B1A64A81B41F}" srcOrd="0" destOrd="0" presId="urn:microsoft.com/office/officeart/2005/8/layout/hierarchy2"/>
    <dgm:cxn modelId="{D86749CF-0DCC-F447-B768-F0D1AC6CAE92}" type="presParOf" srcId="{BEF9ED2B-7271-F242-BED6-942664698E53}" destId="{FB64CE3E-2296-654D-AE18-B4CF48423B39}" srcOrd="1" destOrd="0" presId="urn:microsoft.com/office/officeart/2005/8/layout/hierarchy2"/>
    <dgm:cxn modelId="{8AEBDAEB-6C23-4B4A-B0DE-42455B369204}" type="presParOf" srcId="{AFC395A6-0ED7-4443-86D7-757F29CB913C}" destId="{B875C80E-A93B-A340-8180-65DA044EDB42}" srcOrd="2" destOrd="0" presId="urn:microsoft.com/office/officeart/2005/8/layout/hierarchy2"/>
    <dgm:cxn modelId="{DE7065E1-E47C-A940-B16E-05D679200443}" type="presParOf" srcId="{B875C80E-A93B-A340-8180-65DA044EDB42}" destId="{9079F8F4-7DFF-EC4C-89AD-8CEEBC3D5BC0}" srcOrd="0" destOrd="0" presId="urn:microsoft.com/office/officeart/2005/8/layout/hierarchy2"/>
    <dgm:cxn modelId="{A3FC3098-628A-4A4D-A086-59A3DB0B635D}" type="presParOf" srcId="{AFC395A6-0ED7-4443-86D7-757F29CB913C}" destId="{A9285C81-FBB5-E246-B1E1-D12B75F6FB01}" srcOrd="3" destOrd="0" presId="urn:microsoft.com/office/officeart/2005/8/layout/hierarchy2"/>
    <dgm:cxn modelId="{94A4819F-F119-0C45-BAA2-CA779B94BC56}" type="presParOf" srcId="{A9285C81-FBB5-E246-B1E1-D12B75F6FB01}" destId="{EE94BB7D-1815-C545-8672-A49F10D67465}" srcOrd="0" destOrd="0" presId="urn:microsoft.com/office/officeart/2005/8/layout/hierarchy2"/>
    <dgm:cxn modelId="{789C6327-C34B-4F42-9F9E-C75B27210F2C}" type="presParOf" srcId="{A9285C81-FBB5-E246-B1E1-D12B75F6FB01}" destId="{7C673987-4493-BB40-844E-CE1E29D6C23F}" srcOrd="1" destOrd="0" presId="urn:microsoft.com/office/officeart/2005/8/layout/hierarchy2"/>
    <dgm:cxn modelId="{CC723A57-0583-A044-A97C-B45B83F7ADFF}" type="presParOf" srcId="{AFC395A6-0ED7-4443-86D7-757F29CB913C}" destId="{AE7DE3A8-2DFF-9B40-887B-B26586BE997E}" srcOrd="4" destOrd="0" presId="urn:microsoft.com/office/officeart/2005/8/layout/hierarchy2"/>
    <dgm:cxn modelId="{CBD2B49B-1F15-4D46-A5CE-361CE24074C7}" type="presParOf" srcId="{AE7DE3A8-2DFF-9B40-887B-B26586BE997E}" destId="{7A488A18-56F9-AB4E-AE51-59D6A26AB41E}" srcOrd="0" destOrd="0" presId="urn:microsoft.com/office/officeart/2005/8/layout/hierarchy2"/>
    <dgm:cxn modelId="{F4369C0F-F213-B742-968A-E2AD38D241C8}" type="presParOf" srcId="{AFC395A6-0ED7-4443-86D7-757F29CB913C}" destId="{BB7C0A28-93E3-4E4E-91FC-18E062AF1923}" srcOrd="5" destOrd="0" presId="urn:microsoft.com/office/officeart/2005/8/layout/hierarchy2"/>
    <dgm:cxn modelId="{DC2EF6D1-5185-1F4F-A1BE-D7C74D38B481}" type="presParOf" srcId="{BB7C0A28-93E3-4E4E-91FC-18E062AF1923}" destId="{B5969F6F-EA10-2346-845F-3750AF54CB60}" srcOrd="0" destOrd="0" presId="urn:microsoft.com/office/officeart/2005/8/layout/hierarchy2"/>
    <dgm:cxn modelId="{8C3BAADC-7A69-7F44-B0CC-0C2E486874E2}" type="presParOf" srcId="{BB7C0A28-93E3-4E4E-91FC-18E062AF1923}" destId="{7F2835EA-C2A1-6244-B612-D08FF2A1FC95}" srcOrd="1" destOrd="0" presId="urn:microsoft.com/office/officeart/2005/8/layout/hierarchy2"/>
    <dgm:cxn modelId="{FF2AC7D1-193C-4F41-89FE-DCE21128C73D}" type="presParOf" srcId="{333C9900-77FA-544C-BA3E-525A130A8376}" destId="{A8B9E073-4891-314D-BFC5-D22A1592D001}" srcOrd="2" destOrd="0" presId="urn:microsoft.com/office/officeart/2005/8/layout/hierarchy2"/>
    <dgm:cxn modelId="{DA8CEBDE-356D-1349-A3C4-77AA0EFC94DF}" type="presParOf" srcId="{A8B9E073-4891-314D-BFC5-D22A1592D001}" destId="{868B7979-F51E-134E-9CE2-0068AAA1AD5E}" srcOrd="0" destOrd="0" presId="urn:microsoft.com/office/officeart/2005/8/layout/hierarchy2"/>
    <dgm:cxn modelId="{B44DBEFF-2710-9E42-98A9-779F1EB595C2}" type="presParOf" srcId="{333C9900-77FA-544C-BA3E-525A130A8376}" destId="{F2D5F114-3ABE-4F49-A901-86155D88C8C1}" srcOrd="3" destOrd="0" presId="urn:microsoft.com/office/officeart/2005/8/layout/hierarchy2"/>
    <dgm:cxn modelId="{571142A7-979B-A14E-A8CC-5CC734246C32}" type="presParOf" srcId="{F2D5F114-3ABE-4F49-A901-86155D88C8C1}" destId="{B7C8A33C-475E-2D4C-AC94-56DB94879F9D}" srcOrd="0" destOrd="0" presId="urn:microsoft.com/office/officeart/2005/8/layout/hierarchy2"/>
    <dgm:cxn modelId="{43DDF7C7-149E-C646-A8AD-32B39A4A7868}" type="presParOf" srcId="{F2D5F114-3ABE-4F49-A901-86155D88C8C1}" destId="{6F079D59-B866-F945-A974-E507F7900655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5E367F7-6F71-3544-B980-6AF2D4C0054E}" type="doc">
      <dgm:prSet loTypeId="urn:microsoft.com/office/officeart/2005/8/layout/hierarchy2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20379A8-1D8C-0B44-BA6E-AF643367C9F5}">
      <dgm:prSet phldrT="[Text]"/>
      <dgm:spPr/>
      <dgm:t>
        <a:bodyPr/>
        <a:lstStyle/>
        <a:p>
          <a:r>
            <a:rPr lang="en-US" dirty="0"/>
            <a:t>Mitigate</a:t>
          </a:r>
        </a:p>
      </dgm:t>
    </dgm:pt>
    <dgm:pt modelId="{B696C083-FA79-2C48-A38A-2A50D49056E2}" type="parTrans" cxnId="{F8AC78B2-BDCB-0543-BB6C-433BFE3DE969}">
      <dgm:prSet/>
      <dgm:spPr/>
      <dgm:t>
        <a:bodyPr/>
        <a:lstStyle/>
        <a:p>
          <a:endParaRPr lang="en-US"/>
        </a:p>
      </dgm:t>
    </dgm:pt>
    <dgm:pt modelId="{01EF9BC7-86AE-564D-AFA4-85F488371468}" type="sibTrans" cxnId="{F8AC78B2-BDCB-0543-BB6C-433BFE3DE969}">
      <dgm:prSet/>
      <dgm:spPr/>
      <dgm:t>
        <a:bodyPr/>
        <a:lstStyle/>
        <a:p>
          <a:endParaRPr lang="en-US"/>
        </a:p>
      </dgm:t>
    </dgm:pt>
    <dgm:pt modelId="{DF861979-0E48-D445-A2F5-5DE42C3E2592}">
      <dgm:prSet phldrT="[Text]"/>
      <dgm:spPr/>
      <dgm:t>
        <a:bodyPr/>
        <a:lstStyle/>
        <a:p>
          <a:r>
            <a:rPr lang="en-US" dirty="0"/>
            <a:t>Improve income</a:t>
          </a:r>
        </a:p>
      </dgm:t>
    </dgm:pt>
    <dgm:pt modelId="{45E57654-6D0C-0C49-B360-5C51C1C8AD68}" type="parTrans" cxnId="{00CCB06F-8DB9-F149-B86E-B36F0893B50D}">
      <dgm:prSet/>
      <dgm:spPr/>
      <dgm:t>
        <a:bodyPr/>
        <a:lstStyle/>
        <a:p>
          <a:endParaRPr lang="en-US"/>
        </a:p>
      </dgm:t>
    </dgm:pt>
    <dgm:pt modelId="{0D259AA5-93E8-8D48-B607-1B2A0FE71C16}" type="sibTrans" cxnId="{00CCB06F-8DB9-F149-B86E-B36F0893B50D}">
      <dgm:prSet/>
      <dgm:spPr/>
      <dgm:t>
        <a:bodyPr/>
        <a:lstStyle/>
        <a:p>
          <a:endParaRPr lang="en-US"/>
        </a:p>
      </dgm:t>
    </dgm:pt>
    <dgm:pt modelId="{62FC3D12-7FC1-5841-BC11-18622438BAEC}">
      <dgm:prSet phldrT="[Text]"/>
      <dgm:spPr/>
      <dgm:t>
        <a:bodyPr/>
        <a:lstStyle/>
        <a:p>
          <a:r>
            <a:rPr lang="en-US" dirty="0"/>
            <a:t>Improve affected fishery/grounds</a:t>
          </a:r>
        </a:p>
      </dgm:t>
    </dgm:pt>
    <dgm:pt modelId="{8170DBFD-FB98-E242-8610-F50B65032304}" type="parTrans" cxnId="{93E7F6ED-EC64-5946-8991-71999B35B168}">
      <dgm:prSet/>
      <dgm:spPr/>
      <dgm:t>
        <a:bodyPr/>
        <a:lstStyle/>
        <a:p>
          <a:endParaRPr lang="en-US"/>
        </a:p>
      </dgm:t>
    </dgm:pt>
    <dgm:pt modelId="{9D69101D-2F64-5945-91DF-1C1F1AE62377}" type="sibTrans" cxnId="{93E7F6ED-EC64-5946-8991-71999B35B168}">
      <dgm:prSet/>
      <dgm:spPr/>
      <dgm:t>
        <a:bodyPr/>
        <a:lstStyle/>
        <a:p>
          <a:endParaRPr lang="en-US"/>
        </a:p>
      </dgm:t>
    </dgm:pt>
    <dgm:pt modelId="{C4469284-BD81-8347-A5F2-E6C012425BE4}">
      <dgm:prSet phldrT="[Text]"/>
      <dgm:spPr/>
      <dgm:t>
        <a:bodyPr/>
        <a:lstStyle/>
        <a:p>
          <a:r>
            <a:rPr lang="en-US" dirty="0"/>
            <a:t>Improve unaffected fishery/grounds</a:t>
          </a:r>
        </a:p>
      </dgm:t>
    </dgm:pt>
    <dgm:pt modelId="{5406F919-D326-A241-9008-3B6E8D9C7D6A}" type="parTrans" cxnId="{757E2DD0-50D2-FD4E-8E36-C259FFC08121}">
      <dgm:prSet/>
      <dgm:spPr/>
      <dgm:t>
        <a:bodyPr/>
        <a:lstStyle/>
        <a:p>
          <a:endParaRPr lang="en-US"/>
        </a:p>
      </dgm:t>
    </dgm:pt>
    <dgm:pt modelId="{0ABDB25D-392A-7D40-8B56-93D82DF69C3C}" type="sibTrans" cxnId="{757E2DD0-50D2-FD4E-8E36-C259FFC08121}">
      <dgm:prSet/>
      <dgm:spPr/>
      <dgm:t>
        <a:bodyPr/>
        <a:lstStyle/>
        <a:p>
          <a:endParaRPr lang="en-US"/>
        </a:p>
      </dgm:t>
    </dgm:pt>
    <dgm:pt modelId="{1F75C584-B2AB-2440-A775-E2763A53D99E}">
      <dgm:prSet phldrT="[Text]"/>
      <dgm:spPr/>
      <dgm:t>
        <a:bodyPr/>
        <a:lstStyle/>
        <a:p>
          <a:r>
            <a:rPr lang="en-US" dirty="0"/>
            <a:t>Improve quality of life</a:t>
          </a:r>
        </a:p>
      </dgm:t>
    </dgm:pt>
    <dgm:pt modelId="{E60ED1B7-7EB0-4C4B-BB23-D7DDF00D1C59}" type="parTrans" cxnId="{D8EF1584-1D17-134D-975E-2D7CA008426E}">
      <dgm:prSet/>
      <dgm:spPr/>
      <dgm:t>
        <a:bodyPr/>
        <a:lstStyle/>
        <a:p>
          <a:endParaRPr lang="en-US"/>
        </a:p>
      </dgm:t>
    </dgm:pt>
    <dgm:pt modelId="{7547E75C-96F6-8A44-AACB-5BE9594AFD02}" type="sibTrans" cxnId="{D8EF1584-1D17-134D-975E-2D7CA008426E}">
      <dgm:prSet/>
      <dgm:spPr/>
      <dgm:t>
        <a:bodyPr/>
        <a:lstStyle/>
        <a:p>
          <a:endParaRPr lang="en-US"/>
        </a:p>
      </dgm:t>
    </dgm:pt>
    <dgm:pt modelId="{F4A67B41-ECDF-F94B-ABAA-C0B5E1CA6E25}">
      <dgm:prSet/>
      <dgm:spPr/>
      <dgm:t>
        <a:bodyPr/>
        <a:lstStyle/>
        <a:p>
          <a:r>
            <a:rPr lang="en-US" dirty="0"/>
            <a:t>Improve other source of income</a:t>
          </a:r>
        </a:p>
      </dgm:t>
    </dgm:pt>
    <dgm:pt modelId="{57D6CBF4-DCE8-1D46-9075-E8410733E758}" type="parTrans" cxnId="{F0014D6F-85B0-194C-9DFA-5FAA21F3A56A}">
      <dgm:prSet/>
      <dgm:spPr/>
      <dgm:t>
        <a:bodyPr/>
        <a:lstStyle/>
        <a:p>
          <a:endParaRPr lang="en-US"/>
        </a:p>
      </dgm:t>
    </dgm:pt>
    <dgm:pt modelId="{0979B9F9-07CC-C54A-82B8-D08CF1A166E6}" type="sibTrans" cxnId="{F0014D6F-85B0-194C-9DFA-5FAA21F3A56A}">
      <dgm:prSet/>
      <dgm:spPr/>
      <dgm:t>
        <a:bodyPr/>
        <a:lstStyle/>
        <a:p>
          <a:endParaRPr lang="en-US"/>
        </a:p>
      </dgm:t>
    </dgm:pt>
    <dgm:pt modelId="{60E61329-BDB6-F847-8C6C-457CE104D632}">
      <dgm:prSet/>
      <dgm:spPr/>
      <dgm:t>
        <a:bodyPr/>
        <a:lstStyle/>
        <a:p>
          <a:r>
            <a:rPr lang="en-US" dirty="0"/>
            <a:t>Compensate for impacts</a:t>
          </a:r>
        </a:p>
      </dgm:t>
    </dgm:pt>
    <dgm:pt modelId="{A03263AD-4B82-E342-9C90-52BD6F89A6B1}" type="parTrans" cxnId="{4ECB7F39-F682-604B-9017-B6C8536F38DD}">
      <dgm:prSet/>
      <dgm:spPr/>
      <dgm:t>
        <a:bodyPr/>
        <a:lstStyle/>
        <a:p>
          <a:endParaRPr lang="en-US"/>
        </a:p>
      </dgm:t>
    </dgm:pt>
    <dgm:pt modelId="{4921F348-3309-834A-ADA4-A5C15AEDBF11}" type="sibTrans" cxnId="{4ECB7F39-F682-604B-9017-B6C8536F38DD}">
      <dgm:prSet/>
      <dgm:spPr/>
      <dgm:t>
        <a:bodyPr/>
        <a:lstStyle/>
        <a:p>
          <a:endParaRPr lang="en-US"/>
        </a:p>
      </dgm:t>
    </dgm:pt>
    <dgm:pt modelId="{60F3CF79-76EF-B949-9D70-9C5B5F1CE247}">
      <dgm:prSet/>
      <dgm:spPr/>
      <dgm:t>
        <a:bodyPr/>
        <a:lstStyle/>
        <a:p>
          <a:r>
            <a:rPr lang="en-US" dirty="0"/>
            <a:t>Subsidize costs of fishing</a:t>
          </a:r>
        </a:p>
      </dgm:t>
    </dgm:pt>
    <dgm:pt modelId="{BAEC84A8-17AB-0647-AD9E-1E4656B785B4}" type="parTrans" cxnId="{EDB33961-2635-C24A-B2F4-C3BB11E800CB}">
      <dgm:prSet/>
      <dgm:spPr/>
      <dgm:t>
        <a:bodyPr/>
        <a:lstStyle/>
        <a:p>
          <a:endParaRPr lang="en-US"/>
        </a:p>
      </dgm:t>
    </dgm:pt>
    <dgm:pt modelId="{366AAA2F-1221-414A-B181-E39775B8A090}" type="sibTrans" cxnId="{EDB33961-2635-C24A-B2F4-C3BB11E800CB}">
      <dgm:prSet/>
      <dgm:spPr/>
      <dgm:t>
        <a:bodyPr/>
        <a:lstStyle/>
        <a:p>
          <a:endParaRPr lang="en-US"/>
        </a:p>
      </dgm:t>
    </dgm:pt>
    <dgm:pt modelId="{8D49042F-1753-1244-944E-370A0E0F1056}">
      <dgm:prSet/>
      <dgm:spPr/>
      <dgm:t>
        <a:bodyPr/>
        <a:lstStyle/>
        <a:p>
          <a:r>
            <a:rPr lang="en-US" dirty="0"/>
            <a:t>Subsidize port infrastructure</a:t>
          </a:r>
        </a:p>
      </dgm:t>
    </dgm:pt>
    <dgm:pt modelId="{E1DC1E32-23DD-5C4C-99BF-5BA64A0A18CD}" type="parTrans" cxnId="{4B61983D-2CE3-9549-8FD1-6D0916018A20}">
      <dgm:prSet/>
      <dgm:spPr/>
      <dgm:t>
        <a:bodyPr/>
        <a:lstStyle/>
        <a:p>
          <a:endParaRPr lang="en-US"/>
        </a:p>
      </dgm:t>
    </dgm:pt>
    <dgm:pt modelId="{2542DB7F-A5D2-9647-AFD8-FF209EEAC35A}" type="sibTrans" cxnId="{4B61983D-2CE3-9549-8FD1-6D0916018A20}">
      <dgm:prSet/>
      <dgm:spPr/>
      <dgm:t>
        <a:bodyPr/>
        <a:lstStyle/>
        <a:p>
          <a:endParaRPr lang="en-US"/>
        </a:p>
      </dgm:t>
    </dgm:pt>
    <dgm:pt modelId="{21750BC7-3FE8-3F43-8F05-182020B010C3}">
      <dgm:prSet/>
      <dgm:spPr/>
      <dgm:t>
        <a:bodyPr/>
        <a:lstStyle/>
        <a:p>
          <a:r>
            <a:rPr lang="en-US" dirty="0"/>
            <a:t>Support seafood marketing</a:t>
          </a:r>
        </a:p>
      </dgm:t>
    </dgm:pt>
    <dgm:pt modelId="{4ECF7EA8-A90E-D74E-8F64-21D2E09ACEFE}" type="parTrans" cxnId="{801FFA7E-A9EC-D440-8F31-C72B309A8B60}">
      <dgm:prSet/>
      <dgm:spPr/>
      <dgm:t>
        <a:bodyPr/>
        <a:lstStyle/>
        <a:p>
          <a:endParaRPr lang="en-US"/>
        </a:p>
      </dgm:t>
    </dgm:pt>
    <dgm:pt modelId="{62519FEF-4E5E-C743-90AB-A792A702F02B}" type="sibTrans" cxnId="{801FFA7E-A9EC-D440-8F31-C72B309A8B60}">
      <dgm:prSet/>
      <dgm:spPr/>
      <dgm:t>
        <a:bodyPr/>
        <a:lstStyle/>
        <a:p>
          <a:endParaRPr lang="en-US"/>
        </a:p>
      </dgm:t>
    </dgm:pt>
    <dgm:pt modelId="{6F4A4AFF-EC0D-804D-ADE1-E09A0BCC8E49}">
      <dgm:prSet/>
      <dgm:spPr/>
      <dgm:t>
        <a:bodyPr/>
        <a:lstStyle/>
        <a:p>
          <a:r>
            <a:rPr lang="en-US" dirty="0"/>
            <a:t>Support advocacy</a:t>
          </a:r>
        </a:p>
      </dgm:t>
    </dgm:pt>
    <dgm:pt modelId="{4B2BF462-C98E-DC41-8F30-472A3148AFEF}" type="parTrans" cxnId="{D14CEF68-24D6-4244-8099-A3943DC0CE12}">
      <dgm:prSet/>
      <dgm:spPr/>
      <dgm:t>
        <a:bodyPr/>
        <a:lstStyle/>
        <a:p>
          <a:endParaRPr lang="en-US"/>
        </a:p>
      </dgm:t>
    </dgm:pt>
    <dgm:pt modelId="{6AB37A71-840D-BD46-9C03-28727BC33AE7}" type="sibTrans" cxnId="{D14CEF68-24D6-4244-8099-A3943DC0CE12}">
      <dgm:prSet/>
      <dgm:spPr/>
      <dgm:t>
        <a:bodyPr/>
        <a:lstStyle/>
        <a:p>
          <a:endParaRPr lang="en-US"/>
        </a:p>
      </dgm:t>
    </dgm:pt>
    <dgm:pt modelId="{2D2A1FE3-9B14-6042-B8CB-42D620AA407C}">
      <dgm:prSet/>
      <dgm:spPr/>
      <dgm:t>
        <a:bodyPr/>
        <a:lstStyle/>
        <a:p>
          <a:r>
            <a:rPr lang="en-US" dirty="0"/>
            <a:t>Enhance stocks or habitats</a:t>
          </a:r>
        </a:p>
      </dgm:t>
    </dgm:pt>
    <dgm:pt modelId="{4F552433-6913-0140-A88B-C73C55A6B27A}" type="parTrans" cxnId="{F67166CB-A0B8-F045-9F04-55647D614A7E}">
      <dgm:prSet/>
      <dgm:spPr/>
      <dgm:t>
        <a:bodyPr/>
        <a:lstStyle/>
        <a:p>
          <a:endParaRPr lang="en-US"/>
        </a:p>
      </dgm:t>
    </dgm:pt>
    <dgm:pt modelId="{3F958A2B-4E6D-0142-9A84-5BEFD9E1AE99}" type="sibTrans" cxnId="{F67166CB-A0B8-F045-9F04-55647D614A7E}">
      <dgm:prSet/>
      <dgm:spPr/>
      <dgm:t>
        <a:bodyPr/>
        <a:lstStyle/>
        <a:p>
          <a:endParaRPr lang="en-US"/>
        </a:p>
      </dgm:t>
    </dgm:pt>
    <dgm:pt modelId="{1B9E8A20-FA9F-094F-96C7-298DBA52767D}">
      <dgm:prSet/>
      <dgm:spPr/>
      <dgm:t>
        <a:bodyPr/>
        <a:lstStyle/>
        <a:p>
          <a:endParaRPr lang="en-US"/>
        </a:p>
      </dgm:t>
    </dgm:pt>
    <dgm:pt modelId="{24C25BCD-FDE9-C04F-9BD0-DF3763587A83}" type="parTrans" cxnId="{08BD1982-2B61-AE4E-A328-E9BFCEDBF4C5}">
      <dgm:prSet/>
      <dgm:spPr/>
      <dgm:t>
        <a:bodyPr/>
        <a:lstStyle/>
        <a:p>
          <a:endParaRPr lang="en-US"/>
        </a:p>
      </dgm:t>
    </dgm:pt>
    <dgm:pt modelId="{D33686C6-7227-CD4C-B3D9-AD74FEDFE164}" type="sibTrans" cxnId="{08BD1982-2B61-AE4E-A328-E9BFCEDBF4C5}">
      <dgm:prSet/>
      <dgm:spPr/>
      <dgm:t>
        <a:bodyPr/>
        <a:lstStyle/>
        <a:p>
          <a:endParaRPr lang="en-US"/>
        </a:p>
      </dgm:t>
    </dgm:pt>
    <dgm:pt modelId="{75BC6400-913D-6B47-9FD6-8183669170A4}">
      <dgm:prSet/>
      <dgm:spPr/>
      <dgm:t>
        <a:bodyPr/>
        <a:lstStyle/>
        <a:p>
          <a:r>
            <a:rPr lang="en-US" dirty="0"/>
            <a:t>Provide training for alternate jobs</a:t>
          </a:r>
        </a:p>
      </dgm:t>
    </dgm:pt>
    <dgm:pt modelId="{03A31046-47B7-2547-BFDB-7BC3CC092836}" type="parTrans" cxnId="{FFE7CD69-548F-DB48-9997-05EC42602E79}">
      <dgm:prSet/>
      <dgm:spPr/>
      <dgm:t>
        <a:bodyPr/>
        <a:lstStyle/>
        <a:p>
          <a:endParaRPr lang="en-US"/>
        </a:p>
      </dgm:t>
    </dgm:pt>
    <dgm:pt modelId="{05D3FED5-9E5A-E940-B461-D0FBF25A3DC4}" type="sibTrans" cxnId="{FFE7CD69-548F-DB48-9997-05EC42602E79}">
      <dgm:prSet/>
      <dgm:spPr/>
      <dgm:t>
        <a:bodyPr/>
        <a:lstStyle/>
        <a:p>
          <a:endParaRPr lang="en-US"/>
        </a:p>
      </dgm:t>
    </dgm:pt>
    <dgm:pt modelId="{442458A3-5C20-2943-B2B5-DECF8A925191}">
      <dgm:prSet/>
      <dgm:spPr/>
      <dgm:t>
        <a:bodyPr/>
        <a:lstStyle/>
        <a:p>
          <a:r>
            <a:rPr lang="en-US" dirty="0"/>
            <a:t>Provide training for alternate fisheries</a:t>
          </a:r>
        </a:p>
      </dgm:t>
    </dgm:pt>
    <dgm:pt modelId="{94337AB0-E36B-734D-9789-D4FC4FBA6C5F}" type="parTrans" cxnId="{1335403E-4931-2141-9CB7-E184577F57CD}">
      <dgm:prSet/>
      <dgm:spPr/>
      <dgm:t>
        <a:bodyPr/>
        <a:lstStyle/>
        <a:p>
          <a:endParaRPr lang="en-US"/>
        </a:p>
      </dgm:t>
    </dgm:pt>
    <dgm:pt modelId="{EE01C183-2B2F-3146-AFC2-363196C7B9A3}" type="sibTrans" cxnId="{1335403E-4931-2141-9CB7-E184577F57CD}">
      <dgm:prSet/>
      <dgm:spPr/>
      <dgm:t>
        <a:bodyPr/>
        <a:lstStyle/>
        <a:p>
          <a:endParaRPr lang="en-US"/>
        </a:p>
      </dgm:t>
    </dgm:pt>
    <dgm:pt modelId="{FC0327DD-258A-CA47-8721-8E45A6F50F83}">
      <dgm:prSet/>
      <dgm:spPr/>
      <dgm:t>
        <a:bodyPr/>
        <a:lstStyle/>
        <a:p>
          <a:r>
            <a:rPr lang="en-US" dirty="0"/>
            <a:t>Avoid</a:t>
          </a:r>
        </a:p>
      </dgm:t>
    </dgm:pt>
    <dgm:pt modelId="{4D59EC74-98C1-C348-9B8E-501AF23735AC}" type="parTrans" cxnId="{995338C1-59CB-EE42-BB77-740714E3BF3A}">
      <dgm:prSet/>
      <dgm:spPr/>
      <dgm:t>
        <a:bodyPr/>
        <a:lstStyle/>
        <a:p>
          <a:endParaRPr lang="en-US"/>
        </a:p>
      </dgm:t>
    </dgm:pt>
    <dgm:pt modelId="{4F9AB259-3898-9F42-85BE-BEFCAFD034E3}" type="sibTrans" cxnId="{995338C1-59CB-EE42-BB77-740714E3BF3A}">
      <dgm:prSet/>
      <dgm:spPr/>
      <dgm:t>
        <a:bodyPr/>
        <a:lstStyle/>
        <a:p>
          <a:endParaRPr lang="en-US"/>
        </a:p>
      </dgm:t>
    </dgm:pt>
    <dgm:pt modelId="{EABCE579-A2B1-624D-9BB5-64BAA919BB05}">
      <dgm:prSet/>
      <dgm:spPr/>
      <dgm:t>
        <a:bodyPr/>
        <a:lstStyle/>
        <a:p>
          <a:r>
            <a:rPr lang="en-US" dirty="0"/>
            <a:t>Minimize</a:t>
          </a:r>
        </a:p>
      </dgm:t>
    </dgm:pt>
    <dgm:pt modelId="{1E274544-4148-4045-BCE6-C619CDF92B9C}" type="parTrans" cxnId="{7AB6E3B9-9F89-4846-AB57-1FD0228D0869}">
      <dgm:prSet/>
      <dgm:spPr/>
      <dgm:t>
        <a:bodyPr/>
        <a:lstStyle/>
        <a:p>
          <a:endParaRPr lang="en-US"/>
        </a:p>
      </dgm:t>
    </dgm:pt>
    <dgm:pt modelId="{0708B048-D03A-334B-A36C-A3D418B4EC63}" type="sibTrans" cxnId="{7AB6E3B9-9F89-4846-AB57-1FD0228D0869}">
      <dgm:prSet/>
      <dgm:spPr/>
      <dgm:t>
        <a:bodyPr/>
        <a:lstStyle/>
        <a:p>
          <a:endParaRPr lang="en-US"/>
        </a:p>
      </dgm:t>
    </dgm:pt>
    <dgm:pt modelId="{C1E82845-7F71-1F47-BCC6-A359A2942D0C}">
      <dgm:prSet/>
      <dgm:spPr/>
      <dgm:t>
        <a:bodyPr/>
        <a:lstStyle/>
        <a:p>
          <a:r>
            <a:rPr lang="en-US" dirty="0"/>
            <a:t>Support information sharing</a:t>
          </a:r>
        </a:p>
      </dgm:t>
    </dgm:pt>
    <dgm:pt modelId="{8D153793-0A50-B04D-B8ED-E601E37E93E9}" type="parTrans" cxnId="{5F69DA72-923B-E24C-8073-A303360CB56A}">
      <dgm:prSet/>
      <dgm:spPr/>
      <dgm:t>
        <a:bodyPr/>
        <a:lstStyle/>
        <a:p>
          <a:endParaRPr lang="en-US"/>
        </a:p>
      </dgm:t>
    </dgm:pt>
    <dgm:pt modelId="{B7762E9C-65DE-164F-A36C-4E78A7DEFF9D}" type="sibTrans" cxnId="{5F69DA72-923B-E24C-8073-A303360CB56A}">
      <dgm:prSet/>
      <dgm:spPr/>
      <dgm:t>
        <a:bodyPr/>
        <a:lstStyle/>
        <a:p>
          <a:endParaRPr lang="en-US"/>
        </a:p>
      </dgm:t>
    </dgm:pt>
    <dgm:pt modelId="{63D569ED-39BD-3F44-A78B-9E588E779B3A}" type="pres">
      <dgm:prSet presAssocID="{05E367F7-6F71-3544-B980-6AF2D4C0054E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71371C48-5120-B849-8F96-4688D432E122}" type="pres">
      <dgm:prSet presAssocID="{FC0327DD-258A-CA47-8721-8E45A6F50F83}" presName="root1" presStyleCnt="0"/>
      <dgm:spPr/>
    </dgm:pt>
    <dgm:pt modelId="{4169A015-3E43-C14F-8F82-DA3CA9C41B20}" type="pres">
      <dgm:prSet presAssocID="{FC0327DD-258A-CA47-8721-8E45A6F50F83}" presName="LevelOneTextNode" presStyleLbl="node0" presStyleIdx="0" presStyleCnt="3">
        <dgm:presLayoutVars>
          <dgm:chPref val="3"/>
        </dgm:presLayoutVars>
      </dgm:prSet>
      <dgm:spPr/>
    </dgm:pt>
    <dgm:pt modelId="{23119448-A4E5-704C-93E9-60A24D7EBCBE}" type="pres">
      <dgm:prSet presAssocID="{FC0327DD-258A-CA47-8721-8E45A6F50F83}" presName="level2hierChild" presStyleCnt="0"/>
      <dgm:spPr/>
    </dgm:pt>
    <dgm:pt modelId="{01C4C6A4-D899-BB47-BDB7-B431A17885C7}" type="pres">
      <dgm:prSet presAssocID="{EABCE579-A2B1-624D-9BB5-64BAA919BB05}" presName="root1" presStyleCnt="0"/>
      <dgm:spPr/>
    </dgm:pt>
    <dgm:pt modelId="{4A844693-709C-FE4E-A456-9B5654896ECA}" type="pres">
      <dgm:prSet presAssocID="{EABCE579-A2B1-624D-9BB5-64BAA919BB05}" presName="LevelOneTextNode" presStyleLbl="node0" presStyleIdx="1" presStyleCnt="3">
        <dgm:presLayoutVars>
          <dgm:chPref val="3"/>
        </dgm:presLayoutVars>
      </dgm:prSet>
      <dgm:spPr/>
    </dgm:pt>
    <dgm:pt modelId="{FF25D815-29CA-3749-8EE0-BF37DC17772D}" type="pres">
      <dgm:prSet presAssocID="{EABCE579-A2B1-624D-9BB5-64BAA919BB05}" presName="level2hierChild" presStyleCnt="0"/>
      <dgm:spPr/>
    </dgm:pt>
    <dgm:pt modelId="{C639FF36-5C6A-6449-8C60-AD4F8237B3C2}" type="pres">
      <dgm:prSet presAssocID="{B20379A8-1D8C-0B44-BA6E-AF643367C9F5}" presName="root1" presStyleCnt="0"/>
      <dgm:spPr/>
    </dgm:pt>
    <dgm:pt modelId="{82B5CFED-B48B-DD40-AAE4-0647F3B74C55}" type="pres">
      <dgm:prSet presAssocID="{B20379A8-1D8C-0B44-BA6E-AF643367C9F5}" presName="LevelOneTextNode" presStyleLbl="node0" presStyleIdx="2" presStyleCnt="3">
        <dgm:presLayoutVars>
          <dgm:chPref val="3"/>
        </dgm:presLayoutVars>
      </dgm:prSet>
      <dgm:spPr/>
    </dgm:pt>
    <dgm:pt modelId="{333C9900-77FA-544C-BA3E-525A130A8376}" type="pres">
      <dgm:prSet presAssocID="{B20379A8-1D8C-0B44-BA6E-AF643367C9F5}" presName="level2hierChild" presStyleCnt="0"/>
      <dgm:spPr/>
    </dgm:pt>
    <dgm:pt modelId="{0947E2CE-CDC6-9F46-BB3B-5F6131D80B96}" type="pres">
      <dgm:prSet presAssocID="{45E57654-6D0C-0C49-B360-5C51C1C8AD68}" presName="conn2-1" presStyleLbl="parChTrans1D2" presStyleIdx="0" presStyleCnt="2"/>
      <dgm:spPr/>
    </dgm:pt>
    <dgm:pt modelId="{7D66F293-AC3E-7D47-B532-8A415FC171F1}" type="pres">
      <dgm:prSet presAssocID="{45E57654-6D0C-0C49-B360-5C51C1C8AD68}" presName="connTx" presStyleLbl="parChTrans1D2" presStyleIdx="0" presStyleCnt="2"/>
      <dgm:spPr/>
    </dgm:pt>
    <dgm:pt modelId="{02BB9045-E2E4-C14E-9B02-AF611210C53A}" type="pres">
      <dgm:prSet presAssocID="{DF861979-0E48-D445-A2F5-5DE42C3E2592}" presName="root2" presStyleCnt="0"/>
      <dgm:spPr/>
    </dgm:pt>
    <dgm:pt modelId="{9B1C5A79-A467-CF41-9ABE-B5194EEA8A9A}" type="pres">
      <dgm:prSet presAssocID="{DF861979-0E48-D445-A2F5-5DE42C3E2592}" presName="LevelTwoTextNode" presStyleLbl="node2" presStyleIdx="0" presStyleCnt="2">
        <dgm:presLayoutVars>
          <dgm:chPref val="3"/>
        </dgm:presLayoutVars>
      </dgm:prSet>
      <dgm:spPr/>
    </dgm:pt>
    <dgm:pt modelId="{AFC395A6-0ED7-4443-86D7-757F29CB913C}" type="pres">
      <dgm:prSet presAssocID="{DF861979-0E48-D445-A2F5-5DE42C3E2592}" presName="level3hierChild" presStyleCnt="0"/>
      <dgm:spPr/>
    </dgm:pt>
    <dgm:pt modelId="{BC5060CD-661C-4949-A542-A415D2B2EB2F}" type="pres">
      <dgm:prSet presAssocID="{8170DBFD-FB98-E242-8610-F50B65032304}" presName="conn2-1" presStyleLbl="parChTrans1D3" presStyleIdx="0" presStyleCnt="3"/>
      <dgm:spPr/>
    </dgm:pt>
    <dgm:pt modelId="{24F1A7DF-85E1-BD49-84E1-BD759583C313}" type="pres">
      <dgm:prSet presAssocID="{8170DBFD-FB98-E242-8610-F50B65032304}" presName="connTx" presStyleLbl="parChTrans1D3" presStyleIdx="0" presStyleCnt="3"/>
      <dgm:spPr/>
    </dgm:pt>
    <dgm:pt modelId="{BEF9ED2B-7271-F242-BED6-942664698E53}" type="pres">
      <dgm:prSet presAssocID="{62FC3D12-7FC1-5841-BC11-18622438BAEC}" presName="root2" presStyleCnt="0"/>
      <dgm:spPr/>
    </dgm:pt>
    <dgm:pt modelId="{B6B225ED-0131-CF49-9869-B1A64A81B41F}" type="pres">
      <dgm:prSet presAssocID="{62FC3D12-7FC1-5841-BC11-18622438BAEC}" presName="LevelTwoTextNode" presStyleLbl="node3" presStyleIdx="0" presStyleCnt="3">
        <dgm:presLayoutVars>
          <dgm:chPref val="3"/>
        </dgm:presLayoutVars>
      </dgm:prSet>
      <dgm:spPr/>
    </dgm:pt>
    <dgm:pt modelId="{FB64CE3E-2296-654D-AE18-B4CF48423B39}" type="pres">
      <dgm:prSet presAssocID="{62FC3D12-7FC1-5841-BC11-18622438BAEC}" presName="level3hierChild" presStyleCnt="0"/>
      <dgm:spPr/>
    </dgm:pt>
    <dgm:pt modelId="{8F98374B-7F73-4048-A336-261BF352376A}" type="pres">
      <dgm:prSet presAssocID="{A03263AD-4B82-E342-9C90-52BD6F89A6B1}" presName="conn2-1" presStyleLbl="parChTrans1D4" presStyleIdx="0" presStyleCnt="10"/>
      <dgm:spPr/>
    </dgm:pt>
    <dgm:pt modelId="{FF25DF05-86B1-924B-ADD8-FCA0E6F9A408}" type="pres">
      <dgm:prSet presAssocID="{A03263AD-4B82-E342-9C90-52BD6F89A6B1}" presName="connTx" presStyleLbl="parChTrans1D4" presStyleIdx="0" presStyleCnt="10"/>
      <dgm:spPr/>
    </dgm:pt>
    <dgm:pt modelId="{70E5FBE0-8A05-F94C-8EE2-9E907C23F49B}" type="pres">
      <dgm:prSet presAssocID="{60E61329-BDB6-F847-8C6C-457CE104D632}" presName="root2" presStyleCnt="0"/>
      <dgm:spPr/>
    </dgm:pt>
    <dgm:pt modelId="{5D584CD6-162B-4D4E-9FBB-79DC95814B18}" type="pres">
      <dgm:prSet presAssocID="{60E61329-BDB6-F847-8C6C-457CE104D632}" presName="LevelTwoTextNode" presStyleLbl="node4" presStyleIdx="0" presStyleCnt="10">
        <dgm:presLayoutVars>
          <dgm:chPref val="3"/>
        </dgm:presLayoutVars>
      </dgm:prSet>
      <dgm:spPr/>
    </dgm:pt>
    <dgm:pt modelId="{2F2A671B-4CEF-BD45-8D3D-C19FD0E4171A}" type="pres">
      <dgm:prSet presAssocID="{60E61329-BDB6-F847-8C6C-457CE104D632}" presName="level3hierChild" presStyleCnt="0"/>
      <dgm:spPr/>
    </dgm:pt>
    <dgm:pt modelId="{894B3034-20B4-4A4A-9728-AA75CE104BD3}" type="pres">
      <dgm:prSet presAssocID="{BAEC84A8-17AB-0647-AD9E-1E4656B785B4}" presName="conn2-1" presStyleLbl="parChTrans1D4" presStyleIdx="1" presStyleCnt="10"/>
      <dgm:spPr/>
    </dgm:pt>
    <dgm:pt modelId="{0DBF024D-D71D-654C-A61D-329E1BA0E3D7}" type="pres">
      <dgm:prSet presAssocID="{BAEC84A8-17AB-0647-AD9E-1E4656B785B4}" presName="connTx" presStyleLbl="parChTrans1D4" presStyleIdx="1" presStyleCnt="10"/>
      <dgm:spPr/>
    </dgm:pt>
    <dgm:pt modelId="{E5745506-F3A1-7242-8AC7-2DD52BBC4FE4}" type="pres">
      <dgm:prSet presAssocID="{60F3CF79-76EF-B949-9D70-9C5B5F1CE247}" presName="root2" presStyleCnt="0"/>
      <dgm:spPr/>
    </dgm:pt>
    <dgm:pt modelId="{948DF34F-8D03-4646-BDAF-FE8F0E233D22}" type="pres">
      <dgm:prSet presAssocID="{60F3CF79-76EF-B949-9D70-9C5B5F1CE247}" presName="LevelTwoTextNode" presStyleLbl="node4" presStyleIdx="1" presStyleCnt="10">
        <dgm:presLayoutVars>
          <dgm:chPref val="3"/>
        </dgm:presLayoutVars>
      </dgm:prSet>
      <dgm:spPr/>
    </dgm:pt>
    <dgm:pt modelId="{3EF25BAE-E845-4F49-88D7-89F9BAB41FBC}" type="pres">
      <dgm:prSet presAssocID="{60F3CF79-76EF-B949-9D70-9C5B5F1CE247}" presName="level3hierChild" presStyleCnt="0"/>
      <dgm:spPr/>
    </dgm:pt>
    <dgm:pt modelId="{399BCDE1-ADDC-EB48-AD3C-49DE4B96E65F}" type="pres">
      <dgm:prSet presAssocID="{E1DC1E32-23DD-5C4C-99BF-5BA64A0A18CD}" presName="conn2-1" presStyleLbl="parChTrans1D4" presStyleIdx="2" presStyleCnt="10"/>
      <dgm:spPr/>
    </dgm:pt>
    <dgm:pt modelId="{F68CAF40-7A47-094A-BCFF-38286A36F212}" type="pres">
      <dgm:prSet presAssocID="{E1DC1E32-23DD-5C4C-99BF-5BA64A0A18CD}" presName="connTx" presStyleLbl="parChTrans1D4" presStyleIdx="2" presStyleCnt="10"/>
      <dgm:spPr/>
    </dgm:pt>
    <dgm:pt modelId="{49D3DE0A-080E-F446-A255-10A3FB58181B}" type="pres">
      <dgm:prSet presAssocID="{8D49042F-1753-1244-944E-370A0E0F1056}" presName="root2" presStyleCnt="0"/>
      <dgm:spPr/>
    </dgm:pt>
    <dgm:pt modelId="{0580636D-62E9-8A42-9502-9D22E2115536}" type="pres">
      <dgm:prSet presAssocID="{8D49042F-1753-1244-944E-370A0E0F1056}" presName="LevelTwoTextNode" presStyleLbl="node4" presStyleIdx="2" presStyleCnt="10">
        <dgm:presLayoutVars>
          <dgm:chPref val="3"/>
        </dgm:presLayoutVars>
      </dgm:prSet>
      <dgm:spPr/>
    </dgm:pt>
    <dgm:pt modelId="{DA60BA5F-562A-6849-8C73-ECEDFAF4FCFA}" type="pres">
      <dgm:prSet presAssocID="{8D49042F-1753-1244-944E-370A0E0F1056}" presName="level3hierChild" presStyleCnt="0"/>
      <dgm:spPr/>
    </dgm:pt>
    <dgm:pt modelId="{0CEF94B1-D28C-254D-80A3-542895B9169D}" type="pres">
      <dgm:prSet presAssocID="{4ECF7EA8-A90E-D74E-8F64-21D2E09ACEFE}" presName="conn2-1" presStyleLbl="parChTrans1D4" presStyleIdx="3" presStyleCnt="10"/>
      <dgm:spPr/>
    </dgm:pt>
    <dgm:pt modelId="{633A16AC-8CFF-0D4A-AC9C-78CFD890B5DD}" type="pres">
      <dgm:prSet presAssocID="{4ECF7EA8-A90E-D74E-8F64-21D2E09ACEFE}" presName="connTx" presStyleLbl="parChTrans1D4" presStyleIdx="3" presStyleCnt="10"/>
      <dgm:spPr/>
    </dgm:pt>
    <dgm:pt modelId="{AFF40177-DD79-8142-B803-95A317FDDEED}" type="pres">
      <dgm:prSet presAssocID="{21750BC7-3FE8-3F43-8F05-182020B010C3}" presName="root2" presStyleCnt="0"/>
      <dgm:spPr/>
    </dgm:pt>
    <dgm:pt modelId="{605C6166-B120-CC45-A4FA-06308FAD8E95}" type="pres">
      <dgm:prSet presAssocID="{21750BC7-3FE8-3F43-8F05-182020B010C3}" presName="LevelTwoTextNode" presStyleLbl="node4" presStyleIdx="3" presStyleCnt="10">
        <dgm:presLayoutVars>
          <dgm:chPref val="3"/>
        </dgm:presLayoutVars>
      </dgm:prSet>
      <dgm:spPr/>
    </dgm:pt>
    <dgm:pt modelId="{097B6BC5-2E86-4141-AFC0-474B29487B67}" type="pres">
      <dgm:prSet presAssocID="{21750BC7-3FE8-3F43-8F05-182020B010C3}" presName="level3hierChild" presStyleCnt="0"/>
      <dgm:spPr/>
    </dgm:pt>
    <dgm:pt modelId="{173BB7A2-E97B-9A44-80D9-B243AAC83D2D}" type="pres">
      <dgm:prSet presAssocID="{4B2BF462-C98E-DC41-8F30-472A3148AFEF}" presName="conn2-1" presStyleLbl="parChTrans1D4" presStyleIdx="4" presStyleCnt="10"/>
      <dgm:spPr/>
    </dgm:pt>
    <dgm:pt modelId="{32F9E2F6-DDDE-334D-A5F1-9B0D29792B5D}" type="pres">
      <dgm:prSet presAssocID="{4B2BF462-C98E-DC41-8F30-472A3148AFEF}" presName="connTx" presStyleLbl="parChTrans1D4" presStyleIdx="4" presStyleCnt="10"/>
      <dgm:spPr/>
    </dgm:pt>
    <dgm:pt modelId="{0D0D7497-6FBE-454C-98E3-D9C69046430C}" type="pres">
      <dgm:prSet presAssocID="{6F4A4AFF-EC0D-804D-ADE1-E09A0BCC8E49}" presName="root2" presStyleCnt="0"/>
      <dgm:spPr/>
    </dgm:pt>
    <dgm:pt modelId="{47DFC077-1A0D-3545-AE13-2AD611EBEAFE}" type="pres">
      <dgm:prSet presAssocID="{6F4A4AFF-EC0D-804D-ADE1-E09A0BCC8E49}" presName="LevelTwoTextNode" presStyleLbl="node4" presStyleIdx="4" presStyleCnt="10">
        <dgm:presLayoutVars>
          <dgm:chPref val="3"/>
        </dgm:presLayoutVars>
      </dgm:prSet>
      <dgm:spPr/>
    </dgm:pt>
    <dgm:pt modelId="{F7977A00-837C-0F4B-BF09-674D63DFEED6}" type="pres">
      <dgm:prSet presAssocID="{6F4A4AFF-EC0D-804D-ADE1-E09A0BCC8E49}" presName="level3hierChild" presStyleCnt="0"/>
      <dgm:spPr/>
    </dgm:pt>
    <dgm:pt modelId="{F8D74BB1-35EE-4640-8DA9-D968C48123B6}" type="pres">
      <dgm:prSet presAssocID="{8D153793-0A50-B04D-B8ED-E601E37E93E9}" presName="conn2-1" presStyleLbl="parChTrans1D4" presStyleIdx="5" presStyleCnt="10"/>
      <dgm:spPr/>
    </dgm:pt>
    <dgm:pt modelId="{25F08C01-4EFF-C84B-AFCE-B14BECFD4B2E}" type="pres">
      <dgm:prSet presAssocID="{8D153793-0A50-B04D-B8ED-E601E37E93E9}" presName="connTx" presStyleLbl="parChTrans1D4" presStyleIdx="5" presStyleCnt="10"/>
      <dgm:spPr/>
    </dgm:pt>
    <dgm:pt modelId="{C31A5657-83AB-E045-988D-B44BA3CEEFD6}" type="pres">
      <dgm:prSet presAssocID="{C1E82845-7F71-1F47-BCC6-A359A2942D0C}" presName="root2" presStyleCnt="0"/>
      <dgm:spPr/>
    </dgm:pt>
    <dgm:pt modelId="{30BBD12E-9D6C-3143-B356-E4D542F7EF71}" type="pres">
      <dgm:prSet presAssocID="{C1E82845-7F71-1F47-BCC6-A359A2942D0C}" presName="LevelTwoTextNode" presStyleLbl="node4" presStyleIdx="5" presStyleCnt="10">
        <dgm:presLayoutVars>
          <dgm:chPref val="3"/>
        </dgm:presLayoutVars>
      </dgm:prSet>
      <dgm:spPr/>
    </dgm:pt>
    <dgm:pt modelId="{AB56E11C-259F-6444-A126-605E6C27CE49}" type="pres">
      <dgm:prSet presAssocID="{C1E82845-7F71-1F47-BCC6-A359A2942D0C}" presName="level3hierChild" presStyleCnt="0"/>
      <dgm:spPr/>
    </dgm:pt>
    <dgm:pt modelId="{C1C20401-FDA9-C148-87A1-0BE8FDDC4913}" type="pres">
      <dgm:prSet presAssocID="{4F552433-6913-0140-A88B-C73C55A6B27A}" presName="conn2-1" presStyleLbl="parChTrans1D4" presStyleIdx="6" presStyleCnt="10"/>
      <dgm:spPr/>
    </dgm:pt>
    <dgm:pt modelId="{9F202D81-7873-CF4E-AD10-A4F8B0E8C6FD}" type="pres">
      <dgm:prSet presAssocID="{4F552433-6913-0140-A88B-C73C55A6B27A}" presName="connTx" presStyleLbl="parChTrans1D4" presStyleIdx="6" presStyleCnt="10"/>
      <dgm:spPr/>
    </dgm:pt>
    <dgm:pt modelId="{FC12A745-4037-5D44-A4CA-C8884269452E}" type="pres">
      <dgm:prSet presAssocID="{2D2A1FE3-9B14-6042-B8CB-42D620AA407C}" presName="root2" presStyleCnt="0"/>
      <dgm:spPr/>
    </dgm:pt>
    <dgm:pt modelId="{CB790A72-0FCB-FE48-B90F-839C666D0F0A}" type="pres">
      <dgm:prSet presAssocID="{2D2A1FE3-9B14-6042-B8CB-42D620AA407C}" presName="LevelTwoTextNode" presStyleLbl="node4" presStyleIdx="6" presStyleCnt="10">
        <dgm:presLayoutVars>
          <dgm:chPref val="3"/>
        </dgm:presLayoutVars>
      </dgm:prSet>
      <dgm:spPr/>
    </dgm:pt>
    <dgm:pt modelId="{C6FA86D1-BD44-3F42-9F7E-332F1830071F}" type="pres">
      <dgm:prSet presAssocID="{2D2A1FE3-9B14-6042-B8CB-42D620AA407C}" presName="level3hierChild" presStyleCnt="0"/>
      <dgm:spPr/>
    </dgm:pt>
    <dgm:pt modelId="{3EBD83AA-DB5A-B743-9FBB-2F19CCF533E0}" type="pres">
      <dgm:prSet presAssocID="{24C25BCD-FDE9-C04F-9BD0-DF3763587A83}" presName="conn2-1" presStyleLbl="parChTrans1D4" presStyleIdx="7" presStyleCnt="10"/>
      <dgm:spPr/>
    </dgm:pt>
    <dgm:pt modelId="{6008539A-1697-6B49-8448-6776C47EEDBB}" type="pres">
      <dgm:prSet presAssocID="{24C25BCD-FDE9-C04F-9BD0-DF3763587A83}" presName="connTx" presStyleLbl="parChTrans1D4" presStyleIdx="7" presStyleCnt="10"/>
      <dgm:spPr/>
    </dgm:pt>
    <dgm:pt modelId="{EC95650D-5D9A-3D41-BC2D-2025B5C2E82D}" type="pres">
      <dgm:prSet presAssocID="{1B9E8A20-FA9F-094F-96C7-298DBA52767D}" presName="root2" presStyleCnt="0"/>
      <dgm:spPr/>
    </dgm:pt>
    <dgm:pt modelId="{8B2404E5-D950-754C-8FBC-FB48A66FCB84}" type="pres">
      <dgm:prSet presAssocID="{1B9E8A20-FA9F-094F-96C7-298DBA52767D}" presName="LevelTwoTextNode" presStyleLbl="node4" presStyleIdx="7" presStyleCnt="10">
        <dgm:presLayoutVars>
          <dgm:chPref val="3"/>
        </dgm:presLayoutVars>
      </dgm:prSet>
      <dgm:spPr/>
    </dgm:pt>
    <dgm:pt modelId="{102A3CDD-6B3C-804B-834E-CDA757762F90}" type="pres">
      <dgm:prSet presAssocID="{1B9E8A20-FA9F-094F-96C7-298DBA52767D}" presName="level3hierChild" presStyleCnt="0"/>
      <dgm:spPr/>
    </dgm:pt>
    <dgm:pt modelId="{B875C80E-A93B-A340-8180-65DA044EDB42}" type="pres">
      <dgm:prSet presAssocID="{5406F919-D326-A241-9008-3B6E8D9C7D6A}" presName="conn2-1" presStyleLbl="parChTrans1D3" presStyleIdx="1" presStyleCnt="3"/>
      <dgm:spPr/>
    </dgm:pt>
    <dgm:pt modelId="{9079F8F4-7DFF-EC4C-89AD-8CEEBC3D5BC0}" type="pres">
      <dgm:prSet presAssocID="{5406F919-D326-A241-9008-3B6E8D9C7D6A}" presName="connTx" presStyleLbl="parChTrans1D3" presStyleIdx="1" presStyleCnt="3"/>
      <dgm:spPr/>
    </dgm:pt>
    <dgm:pt modelId="{A9285C81-FBB5-E246-B1E1-D12B75F6FB01}" type="pres">
      <dgm:prSet presAssocID="{C4469284-BD81-8347-A5F2-E6C012425BE4}" presName="root2" presStyleCnt="0"/>
      <dgm:spPr/>
    </dgm:pt>
    <dgm:pt modelId="{EE94BB7D-1815-C545-8672-A49F10D67465}" type="pres">
      <dgm:prSet presAssocID="{C4469284-BD81-8347-A5F2-E6C012425BE4}" presName="LevelTwoTextNode" presStyleLbl="node3" presStyleIdx="1" presStyleCnt="3">
        <dgm:presLayoutVars>
          <dgm:chPref val="3"/>
        </dgm:presLayoutVars>
      </dgm:prSet>
      <dgm:spPr/>
    </dgm:pt>
    <dgm:pt modelId="{7C673987-4493-BB40-844E-CE1E29D6C23F}" type="pres">
      <dgm:prSet presAssocID="{C4469284-BD81-8347-A5F2-E6C012425BE4}" presName="level3hierChild" presStyleCnt="0"/>
      <dgm:spPr/>
    </dgm:pt>
    <dgm:pt modelId="{E6EF00F6-E7ED-0645-A33B-92B6A0523651}" type="pres">
      <dgm:prSet presAssocID="{94337AB0-E36B-734D-9789-D4FC4FBA6C5F}" presName="conn2-1" presStyleLbl="parChTrans1D4" presStyleIdx="8" presStyleCnt="10"/>
      <dgm:spPr/>
    </dgm:pt>
    <dgm:pt modelId="{C0310EB6-6660-CD4C-B3B9-5B8D1C20D754}" type="pres">
      <dgm:prSet presAssocID="{94337AB0-E36B-734D-9789-D4FC4FBA6C5F}" presName="connTx" presStyleLbl="parChTrans1D4" presStyleIdx="8" presStyleCnt="10"/>
      <dgm:spPr/>
    </dgm:pt>
    <dgm:pt modelId="{114C80D3-B53A-264F-9335-50E072E68BF0}" type="pres">
      <dgm:prSet presAssocID="{442458A3-5C20-2943-B2B5-DECF8A925191}" presName="root2" presStyleCnt="0"/>
      <dgm:spPr/>
    </dgm:pt>
    <dgm:pt modelId="{8A028B84-C556-E444-934C-F7F20535FBAB}" type="pres">
      <dgm:prSet presAssocID="{442458A3-5C20-2943-B2B5-DECF8A925191}" presName="LevelTwoTextNode" presStyleLbl="node4" presStyleIdx="8" presStyleCnt="10">
        <dgm:presLayoutVars>
          <dgm:chPref val="3"/>
        </dgm:presLayoutVars>
      </dgm:prSet>
      <dgm:spPr/>
    </dgm:pt>
    <dgm:pt modelId="{0AC550A7-84CE-704D-9DA1-76EC5A6B42E7}" type="pres">
      <dgm:prSet presAssocID="{442458A3-5C20-2943-B2B5-DECF8A925191}" presName="level3hierChild" presStyleCnt="0"/>
      <dgm:spPr/>
    </dgm:pt>
    <dgm:pt modelId="{AE7DE3A8-2DFF-9B40-887B-B26586BE997E}" type="pres">
      <dgm:prSet presAssocID="{57D6CBF4-DCE8-1D46-9075-E8410733E758}" presName="conn2-1" presStyleLbl="parChTrans1D3" presStyleIdx="2" presStyleCnt="3"/>
      <dgm:spPr/>
    </dgm:pt>
    <dgm:pt modelId="{7A488A18-56F9-AB4E-AE51-59D6A26AB41E}" type="pres">
      <dgm:prSet presAssocID="{57D6CBF4-DCE8-1D46-9075-E8410733E758}" presName="connTx" presStyleLbl="parChTrans1D3" presStyleIdx="2" presStyleCnt="3"/>
      <dgm:spPr/>
    </dgm:pt>
    <dgm:pt modelId="{BB7C0A28-93E3-4E4E-91FC-18E062AF1923}" type="pres">
      <dgm:prSet presAssocID="{F4A67B41-ECDF-F94B-ABAA-C0B5E1CA6E25}" presName="root2" presStyleCnt="0"/>
      <dgm:spPr/>
    </dgm:pt>
    <dgm:pt modelId="{B5969F6F-EA10-2346-845F-3750AF54CB60}" type="pres">
      <dgm:prSet presAssocID="{F4A67B41-ECDF-F94B-ABAA-C0B5E1CA6E25}" presName="LevelTwoTextNode" presStyleLbl="node3" presStyleIdx="2" presStyleCnt="3">
        <dgm:presLayoutVars>
          <dgm:chPref val="3"/>
        </dgm:presLayoutVars>
      </dgm:prSet>
      <dgm:spPr/>
    </dgm:pt>
    <dgm:pt modelId="{7F2835EA-C2A1-6244-B612-D08FF2A1FC95}" type="pres">
      <dgm:prSet presAssocID="{F4A67B41-ECDF-F94B-ABAA-C0B5E1CA6E25}" presName="level3hierChild" presStyleCnt="0"/>
      <dgm:spPr/>
    </dgm:pt>
    <dgm:pt modelId="{41284491-DC90-A349-9946-988853351745}" type="pres">
      <dgm:prSet presAssocID="{03A31046-47B7-2547-BFDB-7BC3CC092836}" presName="conn2-1" presStyleLbl="parChTrans1D4" presStyleIdx="9" presStyleCnt="10"/>
      <dgm:spPr/>
    </dgm:pt>
    <dgm:pt modelId="{7D850E7C-8606-4848-A077-5CDDE73494DE}" type="pres">
      <dgm:prSet presAssocID="{03A31046-47B7-2547-BFDB-7BC3CC092836}" presName="connTx" presStyleLbl="parChTrans1D4" presStyleIdx="9" presStyleCnt="10"/>
      <dgm:spPr/>
    </dgm:pt>
    <dgm:pt modelId="{DCDDCD1F-6F31-BB40-8AA6-EDD1859C2574}" type="pres">
      <dgm:prSet presAssocID="{75BC6400-913D-6B47-9FD6-8183669170A4}" presName="root2" presStyleCnt="0"/>
      <dgm:spPr/>
    </dgm:pt>
    <dgm:pt modelId="{A8119C41-570E-F548-BAC0-E4E7E0E0B6A3}" type="pres">
      <dgm:prSet presAssocID="{75BC6400-913D-6B47-9FD6-8183669170A4}" presName="LevelTwoTextNode" presStyleLbl="node4" presStyleIdx="9" presStyleCnt="10">
        <dgm:presLayoutVars>
          <dgm:chPref val="3"/>
        </dgm:presLayoutVars>
      </dgm:prSet>
      <dgm:spPr/>
    </dgm:pt>
    <dgm:pt modelId="{B53C26DB-A7EE-1A46-B07F-579BCCA4AE9E}" type="pres">
      <dgm:prSet presAssocID="{75BC6400-913D-6B47-9FD6-8183669170A4}" presName="level3hierChild" presStyleCnt="0"/>
      <dgm:spPr/>
    </dgm:pt>
    <dgm:pt modelId="{A8B9E073-4891-314D-BFC5-D22A1592D001}" type="pres">
      <dgm:prSet presAssocID="{E60ED1B7-7EB0-4C4B-BB23-D7DDF00D1C59}" presName="conn2-1" presStyleLbl="parChTrans1D2" presStyleIdx="1" presStyleCnt="2"/>
      <dgm:spPr/>
    </dgm:pt>
    <dgm:pt modelId="{868B7979-F51E-134E-9CE2-0068AAA1AD5E}" type="pres">
      <dgm:prSet presAssocID="{E60ED1B7-7EB0-4C4B-BB23-D7DDF00D1C59}" presName="connTx" presStyleLbl="parChTrans1D2" presStyleIdx="1" presStyleCnt="2"/>
      <dgm:spPr/>
    </dgm:pt>
    <dgm:pt modelId="{F2D5F114-3ABE-4F49-A901-86155D88C8C1}" type="pres">
      <dgm:prSet presAssocID="{1F75C584-B2AB-2440-A775-E2763A53D99E}" presName="root2" presStyleCnt="0"/>
      <dgm:spPr/>
    </dgm:pt>
    <dgm:pt modelId="{B7C8A33C-475E-2D4C-AC94-56DB94879F9D}" type="pres">
      <dgm:prSet presAssocID="{1F75C584-B2AB-2440-A775-E2763A53D99E}" presName="LevelTwoTextNode" presStyleLbl="node2" presStyleIdx="1" presStyleCnt="2">
        <dgm:presLayoutVars>
          <dgm:chPref val="3"/>
        </dgm:presLayoutVars>
      </dgm:prSet>
      <dgm:spPr/>
    </dgm:pt>
    <dgm:pt modelId="{6F079D59-B866-F945-A974-E507F7900655}" type="pres">
      <dgm:prSet presAssocID="{1F75C584-B2AB-2440-A775-E2763A53D99E}" presName="level3hierChild" presStyleCnt="0"/>
      <dgm:spPr/>
    </dgm:pt>
  </dgm:ptLst>
  <dgm:cxnLst>
    <dgm:cxn modelId="{62A57501-26C0-5247-9155-2B4F2BBD544D}" type="presOf" srcId="{57D6CBF4-DCE8-1D46-9075-E8410733E758}" destId="{AE7DE3A8-2DFF-9B40-887B-B26586BE997E}" srcOrd="0" destOrd="0" presId="urn:microsoft.com/office/officeart/2005/8/layout/hierarchy2"/>
    <dgm:cxn modelId="{B4649E0E-4C47-014E-8E12-7B84D8CC4FF0}" type="presOf" srcId="{C1E82845-7F71-1F47-BCC6-A359A2942D0C}" destId="{30BBD12E-9D6C-3143-B356-E4D542F7EF71}" srcOrd="0" destOrd="0" presId="urn:microsoft.com/office/officeart/2005/8/layout/hierarchy2"/>
    <dgm:cxn modelId="{940B3511-13AF-BD4B-9DBD-DBB9C0EAC588}" type="presOf" srcId="{E1DC1E32-23DD-5C4C-99BF-5BA64A0A18CD}" destId="{399BCDE1-ADDC-EB48-AD3C-49DE4B96E65F}" srcOrd="0" destOrd="0" presId="urn:microsoft.com/office/officeart/2005/8/layout/hierarchy2"/>
    <dgm:cxn modelId="{C8285614-B9C7-7B41-9F29-416C216D8D96}" type="presOf" srcId="{4ECF7EA8-A90E-D74E-8F64-21D2E09ACEFE}" destId="{0CEF94B1-D28C-254D-80A3-542895B9169D}" srcOrd="0" destOrd="0" presId="urn:microsoft.com/office/officeart/2005/8/layout/hierarchy2"/>
    <dgm:cxn modelId="{99C0F114-E496-CC42-9D40-F638514E6B2D}" type="presOf" srcId="{1F75C584-B2AB-2440-A775-E2763A53D99E}" destId="{B7C8A33C-475E-2D4C-AC94-56DB94879F9D}" srcOrd="0" destOrd="0" presId="urn:microsoft.com/office/officeart/2005/8/layout/hierarchy2"/>
    <dgm:cxn modelId="{3624D61C-B878-5F48-90A8-BF1825068FDF}" type="presOf" srcId="{4ECF7EA8-A90E-D74E-8F64-21D2E09ACEFE}" destId="{633A16AC-8CFF-0D4A-AC9C-78CFD890B5DD}" srcOrd="1" destOrd="0" presId="urn:microsoft.com/office/officeart/2005/8/layout/hierarchy2"/>
    <dgm:cxn modelId="{A6F83E20-E3D8-3148-A29F-88222B19E594}" type="presOf" srcId="{4B2BF462-C98E-DC41-8F30-472A3148AFEF}" destId="{32F9E2F6-DDDE-334D-A5F1-9B0D29792B5D}" srcOrd="1" destOrd="0" presId="urn:microsoft.com/office/officeart/2005/8/layout/hierarchy2"/>
    <dgm:cxn modelId="{4ECB7F39-F682-604B-9017-B6C8536F38DD}" srcId="{62FC3D12-7FC1-5841-BC11-18622438BAEC}" destId="{60E61329-BDB6-F847-8C6C-457CE104D632}" srcOrd="0" destOrd="0" parTransId="{A03263AD-4B82-E342-9C90-52BD6F89A6B1}" sibTransId="{4921F348-3309-834A-ADA4-A5C15AEDBF11}"/>
    <dgm:cxn modelId="{4B61983D-2CE3-9549-8FD1-6D0916018A20}" srcId="{62FC3D12-7FC1-5841-BC11-18622438BAEC}" destId="{8D49042F-1753-1244-944E-370A0E0F1056}" srcOrd="2" destOrd="0" parTransId="{E1DC1E32-23DD-5C4C-99BF-5BA64A0A18CD}" sibTransId="{2542DB7F-A5D2-9647-AFD8-FF209EEAC35A}"/>
    <dgm:cxn modelId="{1335403E-4931-2141-9CB7-E184577F57CD}" srcId="{C4469284-BD81-8347-A5F2-E6C012425BE4}" destId="{442458A3-5C20-2943-B2B5-DECF8A925191}" srcOrd="0" destOrd="0" parTransId="{94337AB0-E36B-734D-9789-D4FC4FBA6C5F}" sibTransId="{EE01C183-2B2F-3146-AFC2-363196C7B9A3}"/>
    <dgm:cxn modelId="{8B5AF03F-D9AA-F445-9874-AD6AF925D780}" type="presOf" srcId="{E1DC1E32-23DD-5C4C-99BF-5BA64A0A18CD}" destId="{F68CAF40-7A47-094A-BCFF-38286A36F212}" srcOrd="1" destOrd="0" presId="urn:microsoft.com/office/officeart/2005/8/layout/hierarchy2"/>
    <dgm:cxn modelId="{9F659D47-5099-964E-AB29-8515FBF8E4A3}" type="presOf" srcId="{60F3CF79-76EF-B949-9D70-9C5B5F1CE247}" destId="{948DF34F-8D03-4646-BDAF-FE8F0E233D22}" srcOrd="0" destOrd="0" presId="urn:microsoft.com/office/officeart/2005/8/layout/hierarchy2"/>
    <dgm:cxn modelId="{CEC6E84C-5543-9841-A421-03235E14D33C}" type="presOf" srcId="{1B9E8A20-FA9F-094F-96C7-298DBA52767D}" destId="{8B2404E5-D950-754C-8FBC-FB48A66FCB84}" srcOrd="0" destOrd="0" presId="urn:microsoft.com/office/officeart/2005/8/layout/hierarchy2"/>
    <dgm:cxn modelId="{3E023D4F-27E1-0248-BD6C-8D5A2D3FFD88}" type="presOf" srcId="{BAEC84A8-17AB-0647-AD9E-1E4656B785B4}" destId="{894B3034-20B4-4A4A-9728-AA75CE104BD3}" srcOrd="0" destOrd="0" presId="urn:microsoft.com/office/officeart/2005/8/layout/hierarchy2"/>
    <dgm:cxn modelId="{0303BD4F-680A-4B46-838A-EBC870A62C63}" type="presOf" srcId="{8D49042F-1753-1244-944E-370A0E0F1056}" destId="{0580636D-62E9-8A42-9502-9D22E2115536}" srcOrd="0" destOrd="0" presId="urn:microsoft.com/office/officeart/2005/8/layout/hierarchy2"/>
    <dgm:cxn modelId="{8ADF5851-A532-454C-97B0-03F1E55C9185}" type="presOf" srcId="{05E367F7-6F71-3544-B980-6AF2D4C0054E}" destId="{63D569ED-39BD-3F44-A78B-9E588E779B3A}" srcOrd="0" destOrd="0" presId="urn:microsoft.com/office/officeart/2005/8/layout/hierarchy2"/>
    <dgm:cxn modelId="{E3CA7C5F-D8E7-7647-982C-FDD0CA56CBD5}" type="presOf" srcId="{5406F919-D326-A241-9008-3B6E8D9C7D6A}" destId="{9079F8F4-7DFF-EC4C-89AD-8CEEBC3D5BC0}" srcOrd="1" destOrd="0" presId="urn:microsoft.com/office/officeart/2005/8/layout/hierarchy2"/>
    <dgm:cxn modelId="{32A4C960-0406-714C-9513-F51D6C36D97D}" type="presOf" srcId="{8D153793-0A50-B04D-B8ED-E601E37E93E9}" destId="{25F08C01-4EFF-C84B-AFCE-B14BECFD4B2E}" srcOrd="1" destOrd="0" presId="urn:microsoft.com/office/officeart/2005/8/layout/hierarchy2"/>
    <dgm:cxn modelId="{EDB33961-2635-C24A-B2F4-C3BB11E800CB}" srcId="{62FC3D12-7FC1-5841-BC11-18622438BAEC}" destId="{60F3CF79-76EF-B949-9D70-9C5B5F1CE247}" srcOrd="1" destOrd="0" parTransId="{BAEC84A8-17AB-0647-AD9E-1E4656B785B4}" sibTransId="{366AAA2F-1221-414A-B181-E39775B8A090}"/>
    <dgm:cxn modelId="{A71E0B66-10E7-D54F-9B04-DD34C3C748BC}" type="presOf" srcId="{EABCE579-A2B1-624D-9BB5-64BAA919BB05}" destId="{4A844693-709C-FE4E-A456-9B5654896ECA}" srcOrd="0" destOrd="0" presId="urn:microsoft.com/office/officeart/2005/8/layout/hierarchy2"/>
    <dgm:cxn modelId="{D14CEF68-24D6-4244-8099-A3943DC0CE12}" srcId="{62FC3D12-7FC1-5841-BC11-18622438BAEC}" destId="{6F4A4AFF-EC0D-804D-ADE1-E09A0BCC8E49}" srcOrd="4" destOrd="0" parTransId="{4B2BF462-C98E-DC41-8F30-472A3148AFEF}" sibTransId="{6AB37A71-840D-BD46-9C03-28727BC33AE7}"/>
    <dgm:cxn modelId="{FFE7CD69-548F-DB48-9997-05EC42602E79}" srcId="{F4A67B41-ECDF-F94B-ABAA-C0B5E1CA6E25}" destId="{75BC6400-913D-6B47-9FD6-8183669170A4}" srcOrd="0" destOrd="0" parTransId="{03A31046-47B7-2547-BFDB-7BC3CC092836}" sibTransId="{05D3FED5-9E5A-E940-B461-D0FBF25A3DC4}"/>
    <dgm:cxn modelId="{6396AB6E-33B0-984E-A65C-08153B845B8E}" type="presOf" srcId="{4F552433-6913-0140-A88B-C73C55A6B27A}" destId="{C1C20401-FDA9-C148-87A1-0BE8FDDC4913}" srcOrd="0" destOrd="0" presId="urn:microsoft.com/office/officeart/2005/8/layout/hierarchy2"/>
    <dgm:cxn modelId="{F0014D6F-85B0-194C-9DFA-5FAA21F3A56A}" srcId="{DF861979-0E48-D445-A2F5-5DE42C3E2592}" destId="{F4A67B41-ECDF-F94B-ABAA-C0B5E1CA6E25}" srcOrd="2" destOrd="0" parTransId="{57D6CBF4-DCE8-1D46-9075-E8410733E758}" sibTransId="{0979B9F9-07CC-C54A-82B8-D08CF1A166E6}"/>
    <dgm:cxn modelId="{00CCB06F-8DB9-F149-B86E-B36F0893B50D}" srcId="{B20379A8-1D8C-0B44-BA6E-AF643367C9F5}" destId="{DF861979-0E48-D445-A2F5-5DE42C3E2592}" srcOrd="0" destOrd="0" parTransId="{45E57654-6D0C-0C49-B360-5C51C1C8AD68}" sibTransId="{0D259AA5-93E8-8D48-B607-1B2A0FE71C16}"/>
    <dgm:cxn modelId="{5F69DA72-923B-E24C-8073-A303360CB56A}" srcId="{62FC3D12-7FC1-5841-BC11-18622438BAEC}" destId="{C1E82845-7F71-1F47-BCC6-A359A2942D0C}" srcOrd="5" destOrd="0" parTransId="{8D153793-0A50-B04D-B8ED-E601E37E93E9}" sibTransId="{B7762E9C-65DE-164F-A36C-4E78A7DEFF9D}"/>
    <dgm:cxn modelId="{801FFA7E-A9EC-D440-8F31-C72B309A8B60}" srcId="{62FC3D12-7FC1-5841-BC11-18622438BAEC}" destId="{21750BC7-3FE8-3F43-8F05-182020B010C3}" srcOrd="3" destOrd="0" parTransId="{4ECF7EA8-A90E-D74E-8F64-21D2E09ACEFE}" sibTransId="{62519FEF-4E5E-C743-90AB-A792A702F02B}"/>
    <dgm:cxn modelId="{AA7CFC7E-B31C-1D4F-9D6D-6683C40BB80C}" type="presOf" srcId="{8170DBFD-FB98-E242-8610-F50B65032304}" destId="{24F1A7DF-85E1-BD49-84E1-BD759583C313}" srcOrd="1" destOrd="0" presId="urn:microsoft.com/office/officeart/2005/8/layout/hierarchy2"/>
    <dgm:cxn modelId="{08BD1982-2B61-AE4E-A328-E9BFCEDBF4C5}" srcId="{62FC3D12-7FC1-5841-BC11-18622438BAEC}" destId="{1B9E8A20-FA9F-094F-96C7-298DBA52767D}" srcOrd="7" destOrd="0" parTransId="{24C25BCD-FDE9-C04F-9BD0-DF3763587A83}" sibTransId="{D33686C6-7227-CD4C-B3D9-AD74FEDFE164}"/>
    <dgm:cxn modelId="{A8D11B82-77A3-8247-961B-CC9A22B3A05B}" type="presOf" srcId="{E60ED1B7-7EB0-4C4B-BB23-D7DDF00D1C59}" destId="{868B7979-F51E-134E-9CE2-0068AAA1AD5E}" srcOrd="1" destOrd="0" presId="urn:microsoft.com/office/officeart/2005/8/layout/hierarchy2"/>
    <dgm:cxn modelId="{D8EF1584-1D17-134D-975E-2D7CA008426E}" srcId="{B20379A8-1D8C-0B44-BA6E-AF643367C9F5}" destId="{1F75C584-B2AB-2440-A775-E2763A53D99E}" srcOrd="1" destOrd="0" parTransId="{E60ED1B7-7EB0-4C4B-BB23-D7DDF00D1C59}" sibTransId="{7547E75C-96F6-8A44-AACB-5BE9594AFD02}"/>
    <dgm:cxn modelId="{783ED584-C3B6-274F-A6E4-D7462AC89200}" type="presOf" srcId="{8D153793-0A50-B04D-B8ED-E601E37E93E9}" destId="{F8D74BB1-35EE-4640-8DA9-D968C48123B6}" srcOrd="0" destOrd="0" presId="urn:microsoft.com/office/officeart/2005/8/layout/hierarchy2"/>
    <dgm:cxn modelId="{AD230F89-8891-6649-A711-6BC07B5F8171}" type="presOf" srcId="{62FC3D12-7FC1-5841-BC11-18622438BAEC}" destId="{B6B225ED-0131-CF49-9869-B1A64A81B41F}" srcOrd="0" destOrd="0" presId="urn:microsoft.com/office/officeart/2005/8/layout/hierarchy2"/>
    <dgm:cxn modelId="{158B478C-2237-614F-9690-B8363A3AB81A}" type="presOf" srcId="{75BC6400-913D-6B47-9FD6-8183669170A4}" destId="{A8119C41-570E-F548-BAC0-E4E7E0E0B6A3}" srcOrd="0" destOrd="0" presId="urn:microsoft.com/office/officeart/2005/8/layout/hierarchy2"/>
    <dgm:cxn modelId="{1E028196-7519-A242-A95D-9EBD22BEE508}" type="presOf" srcId="{94337AB0-E36B-734D-9789-D4FC4FBA6C5F}" destId="{E6EF00F6-E7ED-0645-A33B-92B6A0523651}" srcOrd="0" destOrd="0" presId="urn:microsoft.com/office/officeart/2005/8/layout/hierarchy2"/>
    <dgm:cxn modelId="{0CC18199-A956-E94E-B646-9D533C5B87AE}" type="presOf" srcId="{03A31046-47B7-2547-BFDB-7BC3CC092836}" destId="{7D850E7C-8606-4848-A077-5CDDE73494DE}" srcOrd="1" destOrd="0" presId="urn:microsoft.com/office/officeart/2005/8/layout/hierarchy2"/>
    <dgm:cxn modelId="{7276449A-8BB6-9A48-BDF5-CE828FC1675A}" type="presOf" srcId="{8170DBFD-FB98-E242-8610-F50B65032304}" destId="{BC5060CD-661C-4949-A542-A415D2B2EB2F}" srcOrd="0" destOrd="0" presId="urn:microsoft.com/office/officeart/2005/8/layout/hierarchy2"/>
    <dgm:cxn modelId="{6BE9B89F-B40D-EB49-9378-8BA645FBD1BC}" type="presOf" srcId="{24C25BCD-FDE9-C04F-9BD0-DF3763587A83}" destId="{3EBD83AA-DB5A-B743-9FBB-2F19CCF533E0}" srcOrd="0" destOrd="0" presId="urn:microsoft.com/office/officeart/2005/8/layout/hierarchy2"/>
    <dgm:cxn modelId="{23401BA0-A190-6A42-B610-80EF3527435A}" type="presOf" srcId="{C4469284-BD81-8347-A5F2-E6C012425BE4}" destId="{EE94BB7D-1815-C545-8672-A49F10D67465}" srcOrd="0" destOrd="0" presId="urn:microsoft.com/office/officeart/2005/8/layout/hierarchy2"/>
    <dgm:cxn modelId="{1A3E7BA1-4964-A949-B518-FEB97F70DED5}" type="presOf" srcId="{4F552433-6913-0140-A88B-C73C55A6B27A}" destId="{9F202D81-7873-CF4E-AD10-A4F8B0E8C6FD}" srcOrd="1" destOrd="0" presId="urn:microsoft.com/office/officeart/2005/8/layout/hierarchy2"/>
    <dgm:cxn modelId="{54E8F4A9-72AC-3441-BA67-E150531D6DE0}" type="presOf" srcId="{45E57654-6D0C-0C49-B360-5C51C1C8AD68}" destId="{0947E2CE-CDC6-9F46-BB3B-5F6131D80B96}" srcOrd="0" destOrd="0" presId="urn:microsoft.com/office/officeart/2005/8/layout/hierarchy2"/>
    <dgm:cxn modelId="{A8BD19AD-8FF6-A94E-8A02-23C07743A42A}" type="presOf" srcId="{F4A67B41-ECDF-F94B-ABAA-C0B5E1CA6E25}" destId="{B5969F6F-EA10-2346-845F-3750AF54CB60}" srcOrd="0" destOrd="0" presId="urn:microsoft.com/office/officeart/2005/8/layout/hierarchy2"/>
    <dgm:cxn modelId="{81A228AF-803F-184C-A3A1-66B2C3C70979}" type="presOf" srcId="{A03263AD-4B82-E342-9C90-52BD6F89A6B1}" destId="{FF25DF05-86B1-924B-ADD8-FCA0E6F9A408}" srcOrd="1" destOrd="0" presId="urn:microsoft.com/office/officeart/2005/8/layout/hierarchy2"/>
    <dgm:cxn modelId="{8739BAAF-2902-D243-8CA6-77E87BAB9C06}" type="presOf" srcId="{BAEC84A8-17AB-0647-AD9E-1E4656B785B4}" destId="{0DBF024D-D71D-654C-A61D-329E1BA0E3D7}" srcOrd="1" destOrd="0" presId="urn:microsoft.com/office/officeart/2005/8/layout/hierarchy2"/>
    <dgm:cxn modelId="{F8AC78B2-BDCB-0543-BB6C-433BFE3DE969}" srcId="{05E367F7-6F71-3544-B980-6AF2D4C0054E}" destId="{B20379A8-1D8C-0B44-BA6E-AF643367C9F5}" srcOrd="2" destOrd="0" parTransId="{B696C083-FA79-2C48-A38A-2A50D49056E2}" sibTransId="{01EF9BC7-86AE-564D-AFA4-85F488371468}"/>
    <dgm:cxn modelId="{C1BDC9B3-17F8-DD49-A7ED-20ED6CDA7002}" type="presOf" srcId="{B20379A8-1D8C-0B44-BA6E-AF643367C9F5}" destId="{82B5CFED-B48B-DD40-AAE4-0647F3B74C55}" srcOrd="0" destOrd="0" presId="urn:microsoft.com/office/officeart/2005/8/layout/hierarchy2"/>
    <dgm:cxn modelId="{B6E1CDB5-714E-114E-8476-DF7AB2A3A614}" type="presOf" srcId="{DF861979-0E48-D445-A2F5-5DE42C3E2592}" destId="{9B1C5A79-A467-CF41-9ABE-B5194EEA8A9A}" srcOrd="0" destOrd="0" presId="urn:microsoft.com/office/officeart/2005/8/layout/hierarchy2"/>
    <dgm:cxn modelId="{63CB0EB9-D254-834D-B16B-5D5F4ED7B319}" type="presOf" srcId="{4B2BF462-C98E-DC41-8F30-472A3148AFEF}" destId="{173BB7A2-E97B-9A44-80D9-B243AAC83D2D}" srcOrd="0" destOrd="0" presId="urn:microsoft.com/office/officeart/2005/8/layout/hierarchy2"/>
    <dgm:cxn modelId="{7AB6E3B9-9F89-4846-AB57-1FD0228D0869}" srcId="{05E367F7-6F71-3544-B980-6AF2D4C0054E}" destId="{EABCE579-A2B1-624D-9BB5-64BAA919BB05}" srcOrd="1" destOrd="0" parTransId="{1E274544-4148-4045-BCE6-C619CDF92B9C}" sibTransId="{0708B048-D03A-334B-A36C-A3D418B4EC63}"/>
    <dgm:cxn modelId="{C5CD2ABD-D3C7-924A-BA0D-47376FE4112D}" type="presOf" srcId="{60E61329-BDB6-F847-8C6C-457CE104D632}" destId="{5D584CD6-162B-4D4E-9FBB-79DC95814B18}" srcOrd="0" destOrd="0" presId="urn:microsoft.com/office/officeart/2005/8/layout/hierarchy2"/>
    <dgm:cxn modelId="{AC9DF9C0-A7C7-5348-B77E-5201AD1380D4}" type="presOf" srcId="{442458A3-5C20-2943-B2B5-DECF8A925191}" destId="{8A028B84-C556-E444-934C-F7F20535FBAB}" srcOrd="0" destOrd="0" presId="urn:microsoft.com/office/officeart/2005/8/layout/hierarchy2"/>
    <dgm:cxn modelId="{995338C1-59CB-EE42-BB77-740714E3BF3A}" srcId="{05E367F7-6F71-3544-B980-6AF2D4C0054E}" destId="{FC0327DD-258A-CA47-8721-8E45A6F50F83}" srcOrd="0" destOrd="0" parTransId="{4D59EC74-98C1-C348-9B8E-501AF23735AC}" sibTransId="{4F9AB259-3898-9F42-85BE-BEFCAFD034E3}"/>
    <dgm:cxn modelId="{27EDBBC3-35D0-1149-89BF-CE32AC4A9121}" type="presOf" srcId="{6F4A4AFF-EC0D-804D-ADE1-E09A0BCC8E49}" destId="{47DFC077-1A0D-3545-AE13-2AD611EBEAFE}" srcOrd="0" destOrd="0" presId="urn:microsoft.com/office/officeart/2005/8/layout/hierarchy2"/>
    <dgm:cxn modelId="{F67166CB-A0B8-F045-9F04-55647D614A7E}" srcId="{62FC3D12-7FC1-5841-BC11-18622438BAEC}" destId="{2D2A1FE3-9B14-6042-B8CB-42D620AA407C}" srcOrd="6" destOrd="0" parTransId="{4F552433-6913-0140-A88B-C73C55A6B27A}" sibTransId="{3F958A2B-4E6D-0142-9A84-5BEFD9E1AE99}"/>
    <dgm:cxn modelId="{965F48CF-BA87-744B-BE44-5EDB0BF7913F}" type="presOf" srcId="{FC0327DD-258A-CA47-8721-8E45A6F50F83}" destId="{4169A015-3E43-C14F-8F82-DA3CA9C41B20}" srcOrd="0" destOrd="0" presId="urn:microsoft.com/office/officeart/2005/8/layout/hierarchy2"/>
    <dgm:cxn modelId="{757E2DD0-50D2-FD4E-8E36-C259FFC08121}" srcId="{DF861979-0E48-D445-A2F5-5DE42C3E2592}" destId="{C4469284-BD81-8347-A5F2-E6C012425BE4}" srcOrd="1" destOrd="0" parTransId="{5406F919-D326-A241-9008-3B6E8D9C7D6A}" sibTransId="{0ABDB25D-392A-7D40-8B56-93D82DF69C3C}"/>
    <dgm:cxn modelId="{B4BC2CD8-2D1A-3049-A967-520AA6E06401}" type="presOf" srcId="{2D2A1FE3-9B14-6042-B8CB-42D620AA407C}" destId="{CB790A72-0FCB-FE48-B90F-839C666D0F0A}" srcOrd="0" destOrd="0" presId="urn:microsoft.com/office/officeart/2005/8/layout/hierarchy2"/>
    <dgm:cxn modelId="{38A5D2DD-5FF6-4246-B169-97A10943E737}" type="presOf" srcId="{57D6CBF4-DCE8-1D46-9075-E8410733E758}" destId="{7A488A18-56F9-AB4E-AE51-59D6A26AB41E}" srcOrd="1" destOrd="0" presId="urn:microsoft.com/office/officeart/2005/8/layout/hierarchy2"/>
    <dgm:cxn modelId="{55C57BE7-C19B-E748-A9C4-E52C3C1BF3FF}" type="presOf" srcId="{E60ED1B7-7EB0-4C4B-BB23-D7DDF00D1C59}" destId="{A8B9E073-4891-314D-BFC5-D22A1592D001}" srcOrd="0" destOrd="0" presId="urn:microsoft.com/office/officeart/2005/8/layout/hierarchy2"/>
    <dgm:cxn modelId="{ACF0BBEC-D5C7-5D4B-8705-85873A4DC5E4}" type="presOf" srcId="{03A31046-47B7-2547-BFDB-7BC3CC092836}" destId="{41284491-DC90-A349-9946-988853351745}" srcOrd="0" destOrd="0" presId="urn:microsoft.com/office/officeart/2005/8/layout/hierarchy2"/>
    <dgm:cxn modelId="{93E7F6ED-EC64-5946-8991-71999B35B168}" srcId="{DF861979-0E48-D445-A2F5-5DE42C3E2592}" destId="{62FC3D12-7FC1-5841-BC11-18622438BAEC}" srcOrd="0" destOrd="0" parTransId="{8170DBFD-FB98-E242-8610-F50B65032304}" sibTransId="{9D69101D-2F64-5945-91DF-1C1F1AE62377}"/>
    <dgm:cxn modelId="{D8E71FF1-2B2E-6444-8A80-B07FF2F950B7}" type="presOf" srcId="{A03263AD-4B82-E342-9C90-52BD6F89A6B1}" destId="{8F98374B-7F73-4048-A336-261BF352376A}" srcOrd="0" destOrd="0" presId="urn:microsoft.com/office/officeart/2005/8/layout/hierarchy2"/>
    <dgm:cxn modelId="{0B6257F6-EA1D-4048-9A50-5B8E914CD85A}" type="presOf" srcId="{94337AB0-E36B-734D-9789-D4FC4FBA6C5F}" destId="{C0310EB6-6660-CD4C-B3B9-5B8D1C20D754}" srcOrd="1" destOrd="0" presId="urn:microsoft.com/office/officeart/2005/8/layout/hierarchy2"/>
    <dgm:cxn modelId="{BCFAA1F7-924F-1E46-8456-2812C82C12FB}" type="presOf" srcId="{5406F919-D326-A241-9008-3B6E8D9C7D6A}" destId="{B875C80E-A93B-A340-8180-65DA044EDB42}" srcOrd="0" destOrd="0" presId="urn:microsoft.com/office/officeart/2005/8/layout/hierarchy2"/>
    <dgm:cxn modelId="{E30B65FB-0849-2240-83F3-41AAEA4A61D2}" type="presOf" srcId="{21750BC7-3FE8-3F43-8F05-182020B010C3}" destId="{605C6166-B120-CC45-A4FA-06308FAD8E95}" srcOrd="0" destOrd="0" presId="urn:microsoft.com/office/officeart/2005/8/layout/hierarchy2"/>
    <dgm:cxn modelId="{D10DB4FC-6250-3E4A-BAF4-FFE5B5CD9681}" type="presOf" srcId="{24C25BCD-FDE9-C04F-9BD0-DF3763587A83}" destId="{6008539A-1697-6B49-8448-6776C47EEDBB}" srcOrd="1" destOrd="0" presId="urn:microsoft.com/office/officeart/2005/8/layout/hierarchy2"/>
    <dgm:cxn modelId="{A929DDFD-3139-5C48-BADB-47F3C1CFC200}" type="presOf" srcId="{45E57654-6D0C-0C49-B360-5C51C1C8AD68}" destId="{7D66F293-AC3E-7D47-B532-8A415FC171F1}" srcOrd="1" destOrd="0" presId="urn:microsoft.com/office/officeart/2005/8/layout/hierarchy2"/>
    <dgm:cxn modelId="{A31676F8-85A3-504B-B5CC-FD08DFCCB147}" type="presParOf" srcId="{63D569ED-39BD-3F44-A78B-9E588E779B3A}" destId="{71371C48-5120-B849-8F96-4688D432E122}" srcOrd="0" destOrd="0" presId="urn:microsoft.com/office/officeart/2005/8/layout/hierarchy2"/>
    <dgm:cxn modelId="{5B36DDB1-4F5D-4B45-997E-F70B3CA598D9}" type="presParOf" srcId="{71371C48-5120-B849-8F96-4688D432E122}" destId="{4169A015-3E43-C14F-8F82-DA3CA9C41B20}" srcOrd="0" destOrd="0" presId="urn:microsoft.com/office/officeart/2005/8/layout/hierarchy2"/>
    <dgm:cxn modelId="{BFCC42C1-9A98-F24D-8AF6-1D8828287495}" type="presParOf" srcId="{71371C48-5120-B849-8F96-4688D432E122}" destId="{23119448-A4E5-704C-93E9-60A24D7EBCBE}" srcOrd="1" destOrd="0" presId="urn:microsoft.com/office/officeart/2005/8/layout/hierarchy2"/>
    <dgm:cxn modelId="{0ED70F34-5E7E-F940-8575-AAB80420BDE2}" type="presParOf" srcId="{63D569ED-39BD-3F44-A78B-9E588E779B3A}" destId="{01C4C6A4-D899-BB47-BDB7-B431A17885C7}" srcOrd="1" destOrd="0" presId="urn:microsoft.com/office/officeart/2005/8/layout/hierarchy2"/>
    <dgm:cxn modelId="{0C6A13FD-9A97-CD42-B579-8FF061D8FDD4}" type="presParOf" srcId="{01C4C6A4-D899-BB47-BDB7-B431A17885C7}" destId="{4A844693-709C-FE4E-A456-9B5654896ECA}" srcOrd="0" destOrd="0" presId="urn:microsoft.com/office/officeart/2005/8/layout/hierarchy2"/>
    <dgm:cxn modelId="{0A94A946-425B-A44D-BFB7-9D9F7CD52A12}" type="presParOf" srcId="{01C4C6A4-D899-BB47-BDB7-B431A17885C7}" destId="{FF25D815-29CA-3749-8EE0-BF37DC17772D}" srcOrd="1" destOrd="0" presId="urn:microsoft.com/office/officeart/2005/8/layout/hierarchy2"/>
    <dgm:cxn modelId="{62823DF0-DD2E-2746-B074-E194FFC0C1DF}" type="presParOf" srcId="{63D569ED-39BD-3F44-A78B-9E588E779B3A}" destId="{C639FF36-5C6A-6449-8C60-AD4F8237B3C2}" srcOrd="2" destOrd="0" presId="urn:microsoft.com/office/officeart/2005/8/layout/hierarchy2"/>
    <dgm:cxn modelId="{D1C8CF61-79CD-9145-84F5-B8ECD621BE7B}" type="presParOf" srcId="{C639FF36-5C6A-6449-8C60-AD4F8237B3C2}" destId="{82B5CFED-B48B-DD40-AAE4-0647F3B74C55}" srcOrd="0" destOrd="0" presId="urn:microsoft.com/office/officeart/2005/8/layout/hierarchy2"/>
    <dgm:cxn modelId="{29E26952-0C1E-E342-B109-5D708D671064}" type="presParOf" srcId="{C639FF36-5C6A-6449-8C60-AD4F8237B3C2}" destId="{333C9900-77FA-544C-BA3E-525A130A8376}" srcOrd="1" destOrd="0" presId="urn:microsoft.com/office/officeart/2005/8/layout/hierarchy2"/>
    <dgm:cxn modelId="{492526DF-C969-BC45-B52E-8533EAF5FB6C}" type="presParOf" srcId="{333C9900-77FA-544C-BA3E-525A130A8376}" destId="{0947E2CE-CDC6-9F46-BB3B-5F6131D80B96}" srcOrd="0" destOrd="0" presId="urn:microsoft.com/office/officeart/2005/8/layout/hierarchy2"/>
    <dgm:cxn modelId="{CAFAABDC-55DF-1E48-B269-40AFA29A3ACA}" type="presParOf" srcId="{0947E2CE-CDC6-9F46-BB3B-5F6131D80B96}" destId="{7D66F293-AC3E-7D47-B532-8A415FC171F1}" srcOrd="0" destOrd="0" presId="urn:microsoft.com/office/officeart/2005/8/layout/hierarchy2"/>
    <dgm:cxn modelId="{3AB4ABE4-5C0D-AF47-ADA5-2EAAB283EC71}" type="presParOf" srcId="{333C9900-77FA-544C-BA3E-525A130A8376}" destId="{02BB9045-E2E4-C14E-9B02-AF611210C53A}" srcOrd="1" destOrd="0" presId="urn:microsoft.com/office/officeart/2005/8/layout/hierarchy2"/>
    <dgm:cxn modelId="{40D21A60-EC1B-2549-ACA0-82384978B1A9}" type="presParOf" srcId="{02BB9045-E2E4-C14E-9B02-AF611210C53A}" destId="{9B1C5A79-A467-CF41-9ABE-B5194EEA8A9A}" srcOrd="0" destOrd="0" presId="urn:microsoft.com/office/officeart/2005/8/layout/hierarchy2"/>
    <dgm:cxn modelId="{B43E85DF-6515-944D-A1F4-A406D9A53BB8}" type="presParOf" srcId="{02BB9045-E2E4-C14E-9B02-AF611210C53A}" destId="{AFC395A6-0ED7-4443-86D7-757F29CB913C}" srcOrd="1" destOrd="0" presId="urn:microsoft.com/office/officeart/2005/8/layout/hierarchy2"/>
    <dgm:cxn modelId="{0CDA1C4D-C12B-1748-BE3C-86259F71B86F}" type="presParOf" srcId="{AFC395A6-0ED7-4443-86D7-757F29CB913C}" destId="{BC5060CD-661C-4949-A542-A415D2B2EB2F}" srcOrd="0" destOrd="0" presId="urn:microsoft.com/office/officeart/2005/8/layout/hierarchy2"/>
    <dgm:cxn modelId="{680CF6D8-581D-1341-88E2-4DA557F06EA8}" type="presParOf" srcId="{BC5060CD-661C-4949-A542-A415D2B2EB2F}" destId="{24F1A7DF-85E1-BD49-84E1-BD759583C313}" srcOrd="0" destOrd="0" presId="urn:microsoft.com/office/officeart/2005/8/layout/hierarchy2"/>
    <dgm:cxn modelId="{571505B0-D98B-EB45-B707-D6D0F1B1AC67}" type="presParOf" srcId="{AFC395A6-0ED7-4443-86D7-757F29CB913C}" destId="{BEF9ED2B-7271-F242-BED6-942664698E53}" srcOrd="1" destOrd="0" presId="urn:microsoft.com/office/officeart/2005/8/layout/hierarchy2"/>
    <dgm:cxn modelId="{E9CCEC84-FE81-FA4D-8286-F1BC1CA71302}" type="presParOf" srcId="{BEF9ED2B-7271-F242-BED6-942664698E53}" destId="{B6B225ED-0131-CF49-9869-B1A64A81B41F}" srcOrd="0" destOrd="0" presId="urn:microsoft.com/office/officeart/2005/8/layout/hierarchy2"/>
    <dgm:cxn modelId="{D86749CF-0DCC-F447-B768-F0D1AC6CAE92}" type="presParOf" srcId="{BEF9ED2B-7271-F242-BED6-942664698E53}" destId="{FB64CE3E-2296-654D-AE18-B4CF48423B39}" srcOrd="1" destOrd="0" presId="urn:microsoft.com/office/officeart/2005/8/layout/hierarchy2"/>
    <dgm:cxn modelId="{FB79B01A-6174-F24B-9BDD-82083787B0DC}" type="presParOf" srcId="{FB64CE3E-2296-654D-AE18-B4CF48423B39}" destId="{8F98374B-7F73-4048-A336-261BF352376A}" srcOrd="0" destOrd="0" presId="urn:microsoft.com/office/officeart/2005/8/layout/hierarchy2"/>
    <dgm:cxn modelId="{C60EFBD1-802B-7F4D-B511-69756B5DAC8F}" type="presParOf" srcId="{8F98374B-7F73-4048-A336-261BF352376A}" destId="{FF25DF05-86B1-924B-ADD8-FCA0E6F9A408}" srcOrd="0" destOrd="0" presId="urn:microsoft.com/office/officeart/2005/8/layout/hierarchy2"/>
    <dgm:cxn modelId="{AC1A428F-80F2-B74B-855D-2AEB4EEDA3B7}" type="presParOf" srcId="{FB64CE3E-2296-654D-AE18-B4CF48423B39}" destId="{70E5FBE0-8A05-F94C-8EE2-9E907C23F49B}" srcOrd="1" destOrd="0" presId="urn:microsoft.com/office/officeart/2005/8/layout/hierarchy2"/>
    <dgm:cxn modelId="{E7E1519A-7485-5C46-9E3D-898E249A6023}" type="presParOf" srcId="{70E5FBE0-8A05-F94C-8EE2-9E907C23F49B}" destId="{5D584CD6-162B-4D4E-9FBB-79DC95814B18}" srcOrd="0" destOrd="0" presId="urn:microsoft.com/office/officeart/2005/8/layout/hierarchy2"/>
    <dgm:cxn modelId="{4A3BF508-616D-154E-BFA0-851CB24C98C2}" type="presParOf" srcId="{70E5FBE0-8A05-F94C-8EE2-9E907C23F49B}" destId="{2F2A671B-4CEF-BD45-8D3D-C19FD0E4171A}" srcOrd="1" destOrd="0" presId="urn:microsoft.com/office/officeart/2005/8/layout/hierarchy2"/>
    <dgm:cxn modelId="{D3AC1A6E-7B61-4040-856C-0AAA49B55672}" type="presParOf" srcId="{FB64CE3E-2296-654D-AE18-B4CF48423B39}" destId="{894B3034-20B4-4A4A-9728-AA75CE104BD3}" srcOrd="2" destOrd="0" presId="urn:microsoft.com/office/officeart/2005/8/layout/hierarchy2"/>
    <dgm:cxn modelId="{77624FF6-91DA-F448-B4F9-2F5E93483120}" type="presParOf" srcId="{894B3034-20B4-4A4A-9728-AA75CE104BD3}" destId="{0DBF024D-D71D-654C-A61D-329E1BA0E3D7}" srcOrd="0" destOrd="0" presId="urn:microsoft.com/office/officeart/2005/8/layout/hierarchy2"/>
    <dgm:cxn modelId="{F8950B40-9D12-9F4E-95FE-A4A67E232CAC}" type="presParOf" srcId="{FB64CE3E-2296-654D-AE18-B4CF48423B39}" destId="{E5745506-F3A1-7242-8AC7-2DD52BBC4FE4}" srcOrd="3" destOrd="0" presId="urn:microsoft.com/office/officeart/2005/8/layout/hierarchy2"/>
    <dgm:cxn modelId="{7C858125-D96C-EF4D-9114-B7600E6B4FFE}" type="presParOf" srcId="{E5745506-F3A1-7242-8AC7-2DD52BBC4FE4}" destId="{948DF34F-8D03-4646-BDAF-FE8F0E233D22}" srcOrd="0" destOrd="0" presId="urn:microsoft.com/office/officeart/2005/8/layout/hierarchy2"/>
    <dgm:cxn modelId="{0CF210BC-2F09-0E49-A49F-4EB8A7E9DBD8}" type="presParOf" srcId="{E5745506-F3A1-7242-8AC7-2DD52BBC4FE4}" destId="{3EF25BAE-E845-4F49-88D7-89F9BAB41FBC}" srcOrd="1" destOrd="0" presId="urn:microsoft.com/office/officeart/2005/8/layout/hierarchy2"/>
    <dgm:cxn modelId="{120053F5-EC3B-FB4D-B501-D849CABA63BA}" type="presParOf" srcId="{FB64CE3E-2296-654D-AE18-B4CF48423B39}" destId="{399BCDE1-ADDC-EB48-AD3C-49DE4B96E65F}" srcOrd="4" destOrd="0" presId="urn:microsoft.com/office/officeart/2005/8/layout/hierarchy2"/>
    <dgm:cxn modelId="{6547D26F-F183-5948-BB32-684315455812}" type="presParOf" srcId="{399BCDE1-ADDC-EB48-AD3C-49DE4B96E65F}" destId="{F68CAF40-7A47-094A-BCFF-38286A36F212}" srcOrd="0" destOrd="0" presId="urn:microsoft.com/office/officeart/2005/8/layout/hierarchy2"/>
    <dgm:cxn modelId="{AA0FC806-81F3-254D-9B13-BC9AB1BB404F}" type="presParOf" srcId="{FB64CE3E-2296-654D-AE18-B4CF48423B39}" destId="{49D3DE0A-080E-F446-A255-10A3FB58181B}" srcOrd="5" destOrd="0" presId="urn:microsoft.com/office/officeart/2005/8/layout/hierarchy2"/>
    <dgm:cxn modelId="{CDABA235-8FC1-1741-A407-0E2B5675191F}" type="presParOf" srcId="{49D3DE0A-080E-F446-A255-10A3FB58181B}" destId="{0580636D-62E9-8A42-9502-9D22E2115536}" srcOrd="0" destOrd="0" presId="urn:microsoft.com/office/officeart/2005/8/layout/hierarchy2"/>
    <dgm:cxn modelId="{653A43DD-CB0C-934D-B727-A87740E8841A}" type="presParOf" srcId="{49D3DE0A-080E-F446-A255-10A3FB58181B}" destId="{DA60BA5F-562A-6849-8C73-ECEDFAF4FCFA}" srcOrd="1" destOrd="0" presId="urn:microsoft.com/office/officeart/2005/8/layout/hierarchy2"/>
    <dgm:cxn modelId="{945C15C3-707A-F24C-83D3-E2ED6B3D2570}" type="presParOf" srcId="{FB64CE3E-2296-654D-AE18-B4CF48423B39}" destId="{0CEF94B1-D28C-254D-80A3-542895B9169D}" srcOrd="6" destOrd="0" presId="urn:microsoft.com/office/officeart/2005/8/layout/hierarchy2"/>
    <dgm:cxn modelId="{3B12192E-BA8C-4949-BF4E-43548A3543A8}" type="presParOf" srcId="{0CEF94B1-D28C-254D-80A3-542895B9169D}" destId="{633A16AC-8CFF-0D4A-AC9C-78CFD890B5DD}" srcOrd="0" destOrd="0" presId="urn:microsoft.com/office/officeart/2005/8/layout/hierarchy2"/>
    <dgm:cxn modelId="{58963C40-0FF3-F54E-97B5-884F43926A7F}" type="presParOf" srcId="{FB64CE3E-2296-654D-AE18-B4CF48423B39}" destId="{AFF40177-DD79-8142-B803-95A317FDDEED}" srcOrd="7" destOrd="0" presId="urn:microsoft.com/office/officeart/2005/8/layout/hierarchy2"/>
    <dgm:cxn modelId="{3F758B35-2E4F-D746-AA0F-E42AD104C1FA}" type="presParOf" srcId="{AFF40177-DD79-8142-B803-95A317FDDEED}" destId="{605C6166-B120-CC45-A4FA-06308FAD8E95}" srcOrd="0" destOrd="0" presId="urn:microsoft.com/office/officeart/2005/8/layout/hierarchy2"/>
    <dgm:cxn modelId="{E09AB6DF-A87B-B046-9AF8-93AB8777E327}" type="presParOf" srcId="{AFF40177-DD79-8142-B803-95A317FDDEED}" destId="{097B6BC5-2E86-4141-AFC0-474B29487B67}" srcOrd="1" destOrd="0" presId="urn:microsoft.com/office/officeart/2005/8/layout/hierarchy2"/>
    <dgm:cxn modelId="{9BC1D181-66EF-0C41-B84E-9DBA335C4BC9}" type="presParOf" srcId="{FB64CE3E-2296-654D-AE18-B4CF48423B39}" destId="{173BB7A2-E97B-9A44-80D9-B243AAC83D2D}" srcOrd="8" destOrd="0" presId="urn:microsoft.com/office/officeart/2005/8/layout/hierarchy2"/>
    <dgm:cxn modelId="{CC13041F-B71B-AB49-97A5-63DDB9DE5ACF}" type="presParOf" srcId="{173BB7A2-E97B-9A44-80D9-B243AAC83D2D}" destId="{32F9E2F6-DDDE-334D-A5F1-9B0D29792B5D}" srcOrd="0" destOrd="0" presId="urn:microsoft.com/office/officeart/2005/8/layout/hierarchy2"/>
    <dgm:cxn modelId="{F0E789CE-C8A1-C94F-92AA-978B05E0CA97}" type="presParOf" srcId="{FB64CE3E-2296-654D-AE18-B4CF48423B39}" destId="{0D0D7497-6FBE-454C-98E3-D9C69046430C}" srcOrd="9" destOrd="0" presId="urn:microsoft.com/office/officeart/2005/8/layout/hierarchy2"/>
    <dgm:cxn modelId="{344BF423-08F4-6B47-81DA-07E60E66729E}" type="presParOf" srcId="{0D0D7497-6FBE-454C-98E3-D9C69046430C}" destId="{47DFC077-1A0D-3545-AE13-2AD611EBEAFE}" srcOrd="0" destOrd="0" presId="urn:microsoft.com/office/officeart/2005/8/layout/hierarchy2"/>
    <dgm:cxn modelId="{19008955-892E-514A-9E4E-FE6C789939B6}" type="presParOf" srcId="{0D0D7497-6FBE-454C-98E3-D9C69046430C}" destId="{F7977A00-837C-0F4B-BF09-674D63DFEED6}" srcOrd="1" destOrd="0" presId="urn:microsoft.com/office/officeart/2005/8/layout/hierarchy2"/>
    <dgm:cxn modelId="{998DB6A8-095D-4F4A-94C3-3E4A1AB9452C}" type="presParOf" srcId="{FB64CE3E-2296-654D-AE18-B4CF48423B39}" destId="{F8D74BB1-35EE-4640-8DA9-D968C48123B6}" srcOrd="10" destOrd="0" presId="urn:microsoft.com/office/officeart/2005/8/layout/hierarchy2"/>
    <dgm:cxn modelId="{DCDA96F0-D37B-4048-A2BC-A5BB9682FB5C}" type="presParOf" srcId="{F8D74BB1-35EE-4640-8DA9-D968C48123B6}" destId="{25F08C01-4EFF-C84B-AFCE-B14BECFD4B2E}" srcOrd="0" destOrd="0" presId="urn:microsoft.com/office/officeart/2005/8/layout/hierarchy2"/>
    <dgm:cxn modelId="{AC905DF6-1C92-8E44-9405-B3E26FE26EA2}" type="presParOf" srcId="{FB64CE3E-2296-654D-AE18-B4CF48423B39}" destId="{C31A5657-83AB-E045-988D-B44BA3CEEFD6}" srcOrd="11" destOrd="0" presId="urn:microsoft.com/office/officeart/2005/8/layout/hierarchy2"/>
    <dgm:cxn modelId="{B41C65A9-275B-E54B-9C9C-1A0E8F3A2C47}" type="presParOf" srcId="{C31A5657-83AB-E045-988D-B44BA3CEEFD6}" destId="{30BBD12E-9D6C-3143-B356-E4D542F7EF71}" srcOrd="0" destOrd="0" presId="urn:microsoft.com/office/officeart/2005/8/layout/hierarchy2"/>
    <dgm:cxn modelId="{63C04D40-0442-0842-9F2B-B1A5B8DEEDE8}" type="presParOf" srcId="{C31A5657-83AB-E045-988D-B44BA3CEEFD6}" destId="{AB56E11C-259F-6444-A126-605E6C27CE49}" srcOrd="1" destOrd="0" presId="urn:microsoft.com/office/officeart/2005/8/layout/hierarchy2"/>
    <dgm:cxn modelId="{F0D45F1B-F7A9-E449-8830-6838D389AA18}" type="presParOf" srcId="{FB64CE3E-2296-654D-AE18-B4CF48423B39}" destId="{C1C20401-FDA9-C148-87A1-0BE8FDDC4913}" srcOrd="12" destOrd="0" presId="urn:microsoft.com/office/officeart/2005/8/layout/hierarchy2"/>
    <dgm:cxn modelId="{E8CA53EB-3A38-9D4A-A295-22F6AC8CE169}" type="presParOf" srcId="{C1C20401-FDA9-C148-87A1-0BE8FDDC4913}" destId="{9F202D81-7873-CF4E-AD10-A4F8B0E8C6FD}" srcOrd="0" destOrd="0" presId="urn:microsoft.com/office/officeart/2005/8/layout/hierarchy2"/>
    <dgm:cxn modelId="{6ED3FD03-8288-E940-9A73-65C85C5D7643}" type="presParOf" srcId="{FB64CE3E-2296-654D-AE18-B4CF48423B39}" destId="{FC12A745-4037-5D44-A4CA-C8884269452E}" srcOrd="13" destOrd="0" presId="urn:microsoft.com/office/officeart/2005/8/layout/hierarchy2"/>
    <dgm:cxn modelId="{CEB618A7-2BC4-DD45-B39D-24F22DF02A5C}" type="presParOf" srcId="{FC12A745-4037-5D44-A4CA-C8884269452E}" destId="{CB790A72-0FCB-FE48-B90F-839C666D0F0A}" srcOrd="0" destOrd="0" presId="urn:microsoft.com/office/officeart/2005/8/layout/hierarchy2"/>
    <dgm:cxn modelId="{D7CD32F6-8FF9-3640-9BD4-CDECFB309660}" type="presParOf" srcId="{FC12A745-4037-5D44-A4CA-C8884269452E}" destId="{C6FA86D1-BD44-3F42-9F7E-332F1830071F}" srcOrd="1" destOrd="0" presId="urn:microsoft.com/office/officeart/2005/8/layout/hierarchy2"/>
    <dgm:cxn modelId="{C614A8AC-CC43-2C46-9A48-CFAC742DAC80}" type="presParOf" srcId="{FB64CE3E-2296-654D-AE18-B4CF48423B39}" destId="{3EBD83AA-DB5A-B743-9FBB-2F19CCF533E0}" srcOrd="14" destOrd="0" presId="urn:microsoft.com/office/officeart/2005/8/layout/hierarchy2"/>
    <dgm:cxn modelId="{160A17A5-151E-EC4E-9279-1EB2931DDE5E}" type="presParOf" srcId="{3EBD83AA-DB5A-B743-9FBB-2F19CCF533E0}" destId="{6008539A-1697-6B49-8448-6776C47EEDBB}" srcOrd="0" destOrd="0" presId="urn:microsoft.com/office/officeart/2005/8/layout/hierarchy2"/>
    <dgm:cxn modelId="{7C5F5923-F6E1-7A45-B665-D435A4DA78FE}" type="presParOf" srcId="{FB64CE3E-2296-654D-AE18-B4CF48423B39}" destId="{EC95650D-5D9A-3D41-BC2D-2025B5C2E82D}" srcOrd="15" destOrd="0" presId="urn:microsoft.com/office/officeart/2005/8/layout/hierarchy2"/>
    <dgm:cxn modelId="{824BE13B-6A8F-BE48-92FE-C75F0AC4FCCD}" type="presParOf" srcId="{EC95650D-5D9A-3D41-BC2D-2025B5C2E82D}" destId="{8B2404E5-D950-754C-8FBC-FB48A66FCB84}" srcOrd="0" destOrd="0" presId="urn:microsoft.com/office/officeart/2005/8/layout/hierarchy2"/>
    <dgm:cxn modelId="{78B0AE24-BA6D-A540-AADE-3D20C7C2BEE2}" type="presParOf" srcId="{EC95650D-5D9A-3D41-BC2D-2025B5C2E82D}" destId="{102A3CDD-6B3C-804B-834E-CDA757762F90}" srcOrd="1" destOrd="0" presId="urn:microsoft.com/office/officeart/2005/8/layout/hierarchy2"/>
    <dgm:cxn modelId="{8AEBDAEB-6C23-4B4A-B0DE-42455B369204}" type="presParOf" srcId="{AFC395A6-0ED7-4443-86D7-757F29CB913C}" destId="{B875C80E-A93B-A340-8180-65DA044EDB42}" srcOrd="2" destOrd="0" presId="urn:microsoft.com/office/officeart/2005/8/layout/hierarchy2"/>
    <dgm:cxn modelId="{DE7065E1-E47C-A940-B16E-05D679200443}" type="presParOf" srcId="{B875C80E-A93B-A340-8180-65DA044EDB42}" destId="{9079F8F4-7DFF-EC4C-89AD-8CEEBC3D5BC0}" srcOrd="0" destOrd="0" presId="urn:microsoft.com/office/officeart/2005/8/layout/hierarchy2"/>
    <dgm:cxn modelId="{A3FC3098-628A-4A4D-A086-59A3DB0B635D}" type="presParOf" srcId="{AFC395A6-0ED7-4443-86D7-757F29CB913C}" destId="{A9285C81-FBB5-E246-B1E1-D12B75F6FB01}" srcOrd="3" destOrd="0" presId="urn:microsoft.com/office/officeart/2005/8/layout/hierarchy2"/>
    <dgm:cxn modelId="{94A4819F-F119-0C45-BAA2-CA779B94BC56}" type="presParOf" srcId="{A9285C81-FBB5-E246-B1E1-D12B75F6FB01}" destId="{EE94BB7D-1815-C545-8672-A49F10D67465}" srcOrd="0" destOrd="0" presId="urn:microsoft.com/office/officeart/2005/8/layout/hierarchy2"/>
    <dgm:cxn modelId="{789C6327-C34B-4F42-9F9E-C75B27210F2C}" type="presParOf" srcId="{A9285C81-FBB5-E246-B1E1-D12B75F6FB01}" destId="{7C673987-4493-BB40-844E-CE1E29D6C23F}" srcOrd="1" destOrd="0" presId="urn:microsoft.com/office/officeart/2005/8/layout/hierarchy2"/>
    <dgm:cxn modelId="{3DEF3BB2-610D-8942-852A-0B4466C8F322}" type="presParOf" srcId="{7C673987-4493-BB40-844E-CE1E29D6C23F}" destId="{E6EF00F6-E7ED-0645-A33B-92B6A0523651}" srcOrd="0" destOrd="0" presId="urn:microsoft.com/office/officeart/2005/8/layout/hierarchy2"/>
    <dgm:cxn modelId="{20DF38B4-309F-4A40-92C1-E989C4E7783F}" type="presParOf" srcId="{E6EF00F6-E7ED-0645-A33B-92B6A0523651}" destId="{C0310EB6-6660-CD4C-B3B9-5B8D1C20D754}" srcOrd="0" destOrd="0" presId="urn:microsoft.com/office/officeart/2005/8/layout/hierarchy2"/>
    <dgm:cxn modelId="{ACC8961B-CA15-0E49-A077-C1E002C8100F}" type="presParOf" srcId="{7C673987-4493-BB40-844E-CE1E29D6C23F}" destId="{114C80D3-B53A-264F-9335-50E072E68BF0}" srcOrd="1" destOrd="0" presId="urn:microsoft.com/office/officeart/2005/8/layout/hierarchy2"/>
    <dgm:cxn modelId="{D551AD83-786E-FC49-972C-A6C213102D93}" type="presParOf" srcId="{114C80D3-B53A-264F-9335-50E072E68BF0}" destId="{8A028B84-C556-E444-934C-F7F20535FBAB}" srcOrd="0" destOrd="0" presId="urn:microsoft.com/office/officeart/2005/8/layout/hierarchy2"/>
    <dgm:cxn modelId="{DD741ED1-7228-6D4E-962A-093AA66D1628}" type="presParOf" srcId="{114C80D3-B53A-264F-9335-50E072E68BF0}" destId="{0AC550A7-84CE-704D-9DA1-76EC5A6B42E7}" srcOrd="1" destOrd="0" presId="urn:microsoft.com/office/officeart/2005/8/layout/hierarchy2"/>
    <dgm:cxn modelId="{CC723A57-0583-A044-A97C-B45B83F7ADFF}" type="presParOf" srcId="{AFC395A6-0ED7-4443-86D7-757F29CB913C}" destId="{AE7DE3A8-2DFF-9B40-887B-B26586BE997E}" srcOrd="4" destOrd="0" presId="urn:microsoft.com/office/officeart/2005/8/layout/hierarchy2"/>
    <dgm:cxn modelId="{CBD2B49B-1F15-4D46-A5CE-361CE24074C7}" type="presParOf" srcId="{AE7DE3A8-2DFF-9B40-887B-B26586BE997E}" destId="{7A488A18-56F9-AB4E-AE51-59D6A26AB41E}" srcOrd="0" destOrd="0" presId="urn:microsoft.com/office/officeart/2005/8/layout/hierarchy2"/>
    <dgm:cxn modelId="{F4369C0F-F213-B742-968A-E2AD38D241C8}" type="presParOf" srcId="{AFC395A6-0ED7-4443-86D7-757F29CB913C}" destId="{BB7C0A28-93E3-4E4E-91FC-18E062AF1923}" srcOrd="5" destOrd="0" presId="urn:microsoft.com/office/officeart/2005/8/layout/hierarchy2"/>
    <dgm:cxn modelId="{DC2EF6D1-5185-1F4F-A1BE-D7C74D38B481}" type="presParOf" srcId="{BB7C0A28-93E3-4E4E-91FC-18E062AF1923}" destId="{B5969F6F-EA10-2346-845F-3750AF54CB60}" srcOrd="0" destOrd="0" presId="urn:microsoft.com/office/officeart/2005/8/layout/hierarchy2"/>
    <dgm:cxn modelId="{8C3BAADC-7A69-7F44-B0CC-0C2E486874E2}" type="presParOf" srcId="{BB7C0A28-93E3-4E4E-91FC-18E062AF1923}" destId="{7F2835EA-C2A1-6244-B612-D08FF2A1FC95}" srcOrd="1" destOrd="0" presId="urn:microsoft.com/office/officeart/2005/8/layout/hierarchy2"/>
    <dgm:cxn modelId="{BE943392-9589-5A42-B9AC-7A94FF171623}" type="presParOf" srcId="{7F2835EA-C2A1-6244-B612-D08FF2A1FC95}" destId="{41284491-DC90-A349-9946-988853351745}" srcOrd="0" destOrd="0" presId="urn:microsoft.com/office/officeart/2005/8/layout/hierarchy2"/>
    <dgm:cxn modelId="{E7BE9587-E1DE-7648-B578-AE1885FAFB05}" type="presParOf" srcId="{41284491-DC90-A349-9946-988853351745}" destId="{7D850E7C-8606-4848-A077-5CDDE73494DE}" srcOrd="0" destOrd="0" presId="urn:microsoft.com/office/officeart/2005/8/layout/hierarchy2"/>
    <dgm:cxn modelId="{1978DFB5-A4C3-6C42-B7AB-F429B1BC0BEB}" type="presParOf" srcId="{7F2835EA-C2A1-6244-B612-D08FF2A1FC95}" destId="{DCDDCD1F-6F31-BB40-8AA6-EDD1859C2574}" srcOrd="1" destOrd="0" presId="urn:microsoft.com/office/officeart/2005/8/layout/hierarchy2"/>
    <dgm:cxn modelId="{7BC99F04-8DF5-2649-8113-2BD2C8B54F8F}" type="presParOf" srcId="{DCDDCD1F-6F31-BB40-8AA6-EDD1859C2574}" destId="{A8119C41-570E-F548-BAC0-E4E7E0E0B6A3}" srcOrd="0" destOrd="0" presId="urn:microsoft.com/office/officeart/2005/8/layout/hierarchy2"/>
    <dgm:cxn modelId="{EB5B77BB-D2F1-EF42-A0B3-F541D0668453}" type="presParOf" srcId="{DCDDCD1F-6F31-BB40-8AA6-EDD1859C2574}" destId="{B53C26DB-A7EE-1A46-B07F-579BCCA4AE9E}" srcOrd="1" destOrd="0" presId="urn:microsoft.com/office/officeart/2005/8/layout/hierarchy2"/>
    <dgm:cxn modelId="{FF2AC7D1-193C-4F41-89FE-DCE21128C73D}" type="presParOf" srcId="{333C9900-77FA-544C-BA3E-525A130A8376}" destId="{A8B9E073-4891-314D-BFC5-D22A1592D001}" srcOrd="2" destOrd="0" presId="urn:microsoft.com/office/officeart/2005/8/layout/hierarchy2"/>
    <dgm:cxn modelId="{DA8CEBDE-356D-1349-A3C4-77AA0EFC94DF}" type="presParOf" srcId="{A8B9E073-4891-314D-BFC5-D22A1592D001}" destId="{868B7979-F51E-134E-9CE2-0068AAA1AD5E}" srcOrd="0" destOrd="0" presId="urn:microsoft.com/office/officeart/2005/8/layout/hierarchy2"/>
    <dgm:cxn modelId="{B44DBEFF-2710-9E42-98A9-779F1EB595C2}" type="presParOf" srcId="{333C9900-77FA-544C-BA3E-525A130A8376}" destId="{F2D5F114-3ABE-4F49-A901-86155D88C8C1}" srcOrd="3" destOrd="0" presId="urn:microsoft.com/office/officeart/2005/8/layout/hierarchy2"/>
    <dgm:cxn modelId="{571142A7-979B-A14E-A8CC-5CC734246C32}" type="presParOf" srcId="{F2D5F114-3ABE-4F49-A901-86155D88C8C1}" destId="{B7C8A33C-475E-2D4C-AC94-56DB94879F9D}" srcOrd="0" destOrd="0" presId="urn:microsoft.com/office/officeart/2005/8/layout/hierarchy2"/>
    <dgm:cxn modelId="{43DDF7C7-149E-C646-A8AD-32B39A4A7868}" type="presParOf" srcId="{F2D5F114-3ABE-4F49-A901-86155D88C8C1}" destId="{6F079D59-B866-F945-A974-E507F7900655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5E367F7-6F71-3544-B980-6AF2D4C0054E}" type="doc">
      <dgm:prSet loTypeId="urn:microsoft.com/office/officeart/2005/8/layout/hierarchy2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2FC3D12-7FC1-5841-BC11-18622438BAEC}">
      <dgm:prSet phldrT="[Text]"/>
      <dgm:spPr/>
      <dgm:t>
        <a:bodyPr/>
        <a:lstStyle/>
        <a:p>
          <a:r>
            <a:rPr lang="en-US" dirty="0"/>
            <a:t>Improve affected fishery/grounds</a:t>
          </a:r>
        </a:p>
      </dgm:t>
    </dgm:pt>
    <dgm:pt modelId="{8170DBFD-FB98-E242-8610-F50B65032304}" type="parTrans" cxnId="{93E7F6ED-EC64-5946-8991-71999B35B168}">
      <dgm:prSet/>
      <dgm:spPr/>
      <dgm:t>
        <a:bodyPr/>
        <a:lstStyle/>
        <a:p>
          <a:endParaRPr lang="en-US"/>
        </a:p>
      </dgm:t>
    </dgm:pt>
    <dgm:pt modelId="{9D69101D-2F64-5945-91DF-1C1F1AE62377}" type="sibTrans" cxnId="{93E7F6ED-EC64-5946-8991-71999B35B168}">
      <dgm:prSet/>
      <dgm:spPr/>
      <dgm:t>
        <a:bodyPr/>
        <a:lstStyle/>
        <a:p>
          <a:endParaRPr lang="en-US"/>
        </a:p>
      </dgm:t>
    </dgm:pt>
    <dgm:pt modelId="{C4469284-BD81-8347-A5F2-E6C012425BE4}">
      <dgm:prSet phldrT="[Text]"/>
      <dgm:spPr>
        <a:solidFill>
          <a:srgbClr val="7030A0"/>
        </a:solidFill>
      </dgm:spPr>
      <dgm:t>
        <a:bodyPr/>
        <a:lstStyle/>
        <a:p>
          <a:r>
            <a:rPr lang="en-US" dirty="0"/>
            <a:t>Increase catch limits</a:t>
          </a:r>
        </a:p>
      </dgm:t>
    </dgm:pt>
    <dgm:pt modelId="{5406F919-D326-A241-9008-3B6E8D9C7D6A}" type="parTrans" cxnId="{757E2DD0-50D2-FD4E-8E36-C259FFC08121}">
      <dgm:prSet/>
      <dgm:spPr/>
      <dgm:t>
        <a:bodyPr/>
        <a:lstStyle/>
        <a:p>
          <a:endParaRPr lang="en-US"/>
        </a:p>
      </dgm:t>
    </dgm:pt>
    <dgm:pt modelId="{0ABDB25D-392A-7D40-8B56-93D82DF69C3C}" type="sibTrans" cxnId="{757E2DD0-50D2-FD4E-8E36-C259FFC08121}">
      <dgm:prSet/>
      <dgm:spPr/>
      <dgm:t>
        <a:bodyPr/>
        <a:lstStyle/>
        <a:p>
          <a:endParaRPr lang="en-US"/>
        </a:p>
      </dgm:t>
    </dgm:pt>
    <dgm:pt modelId="{60E61329-BDB6-F847-8C6C-457CE104D632}">
      <dgm:prSet/>
      <dgm:spPr>
        <a:solidFill>
          <a:srgbClr val="7030A0"/>
        </a:solidFill>
      </dgm:spPr>
      <dgm:t>
        <a:bodyPr/>
        <a:lstStyle/>
        <a:p>
          <a:r>
            <a:rPr lang="en-US" dirty="0"/>
            <a:t>Compensate for impacts</a:t>
          </a:r>
        </a:p>
      </dgm:t>
    </dgm:pt>
    <dgm:pt modelId="{A03263AD-4B82-E342-9C90-52BD6F89A6B1}" type="parTrans" cxnId="{4ECB7F39-F682-604B-9017-B6C8536F38DD}">
      <dgm:prSet/>
      <dgm:spPr/>
      <dgm:t>
        <a:bodyPr/>
        <a:lstStyle/>
        <a:p>
          <a:endParaRPr lang="en-US"/>
        </a:p>
      </dgm:t>
    </dgm:pt>
    <dgm:pt modelId="{4921F348-3309-834A-ADA4-A5C15AEDBF11}" type="sibTrans" cxnId="{4ECB7F39-F682-604B-9017-B6C8536F38DD}">
      <dgm:prSet/>
      <dgm:spPr/>
      <dgm:t>
        <a:bodyPr/>
        <a:lstStyle/>
        <a:p>
          <a:endParaRPr lang="en-US"/>
        </a:p>
      </dgm:t>
    </dgm:pt>
    <dgm:pt modelId="{60F3CF79-76EF-B949-9D70-9C5B5F1CE247}">
      <dgm:prSet/>
      <dgm:spPr>
        <a:solidFill>
          <a:srgbClr val="7030A0"/>
        </a:solidFill>
      </dgm:spPr>
      <dgm:t>
        <a:bodyPr/>
        <a:lstStyle/>
        <a:p>
          <a:r>
            <a:rPr lang="en-US" dirty="0"/>
            <a:t>Subsidize costs of fishing</a:t>
          </a:r>
        </a:p>
      </dgm:t>
    </dgm:pt>
    <dgm:pt modelId="{BAEC84A8-17AB-0647-AD9E-1E4656B785B4}" type="parTrans" cxnId="{EDB33961-2635-C24A-B2F4-C3BB11E800CB}">
      <dgm:prSet/>
      <dgm:spPr/>
      <dgm:t>
        <a:bodyPr/>
        <a:lstStyle/>
        <a:p>
          <a:endParaRPr lang="en-US"/>
        </a:p>
      </dgm:t>
    </dgm:pt>
    <dgm:pt modelId="{366AAA2F-1221-414A-B181-E39775B8A090}" type="sibTrans" cxnId="{EDB33961-2635-C24A-B2F4-C3BB11E800CB}">
      <dgm:prSet/>
      <dgm:spPr/>
      <dgm:t>
        <a:bodyPr/>
        <a:lstStyle/>
        <a:p>
          <a:endParaRPr lang="en-US"/>
        </a:p>
      </dgm:t>
    </dgm:pt>
    <dgm:pt modelId="{8D49042F-1753-1244-944E-370A0E0F1056}">
      <dgm:prSet/>
      <dgm:spPr>
        <a:solidFill>
          <a:srgbClr val="7030A0"/>
        </a:solidFill>
      </dgm:spPr>
      <dgm:t>
        <a:bodyPr/>
        <a:lstStyle/>
        <a:p>
          <a:r>
            <a:rPr lang="en-US" dirty="0"/>
            <a:t>Subsidize port infrastructure</a:t>
          </a:r>
        </a:p>
      </dgm:t>
    </dgm:pt>
    <dgm:pt modelId="{E1DC1E32-23DD-5C4C-99BF-5BA64A0A18CD}" type="parTrans" cxnId="{4B61983D-2CE3-9549-8FD1-6D0916018A20}">
      <dgm:prSet/>
      <dgm:spPr/>
      <dgm:t>
        <a:bodyPr/>
        <a:lstStyle/>
        <a:p>
          <a:endParaRPr lang="en-US"/>
        </a:p>
      </dgm:t>
    </dgm:pt>
    <dgm:pt modelId="{2542DB7F-A5D2-9647-AFD8-FF209EEAC35A}" type="sibTrans" cxnId="{4B61983D-2CE3-9549-8FD1-6D0916018A20}">
      <dgm:prSet/>
      <dgm:spPr/>
      <dgm:t>
        <a:bodyPr/>
        <a:lstStyle/>
        <a:p>
          <a:endParaRPr lang="en-US"/>
        </a:p>
      </dgm:t>
    </dgm:pt>
    <dgm:pt modelId="{21750BC7-3FE8-3F43-8F05-182020B010C3}">
      <dgm:prSet/>
      <dgm:spPr>
        <a:solidFill>
          <a:srgbClr val="7030A0"/>
        </a:solidFill>
      </dgm:spPr>
      <dgm:t>
        <a:bodyPr/>
        <a:lstStyle/>
        <a:p>
          <a:r>
            <a:rPr lang="en-US" dirty="0"/>
            <a:t>Support seafood marketing</a:t>
          </a:r>
        </a:p>
      </dgm:t>
    </dgm:pt>
    <dgm:pt modelId="{4ECF7EA8-A90E-D74E-8F64-21D2E09ACEFE}" type="parTrans" cxnId="{801FFA7E-A9EC-D440-8F31-C72B309A8B60}">
      <dgm:prSet/>
      <dgm:spPr/>
      <dgm:t>
        <a:bodyPr/>
        <a:lstStyle/>
        <a:p>
          <a:endParaRPr lang="en-US"/>
        </a:p>
      </dgm:t>
    </dgm:pt>
    <dgm:pt modelId="{62519FEF-4E5E-C743-90AB-A792A702F02B}" type="sibTrans" cxnId="{801FFA7E-A9EC-D440-8F31-C72B309A8B60}">
      <dgm:prSet/>
      <dgm:spPr/>
      <dgm:t>
        <a:bodyPr/>
        <a:lstStyle/>
        <a:p>
          <a:endParaRPr lang="en-US"/>
        </a:p>
      </dgm:t>
    </dgm:pt>
    <dgm:pt modelId="{6F4A4AFF-EC0D-804D-ADE1-E09A0BCC8E49}">
      <dgm:prSet/>
      <dgm:spPr>
        <a:solidFill>
          <a:srgbClr val="FF0000"/>
        </a:solidFill>
      </dgm:spPr>
      <dgm:t>
        <a:bodyPr/>
        <a:lstStyle/>
        <a:p>
          <a:r>
            <a:rPr lang="en-US" dirty="0"/>
            <a:t>Support advocacy</a:t>
          </a:r>
        </a:p>
      </dgm:t>
    </dgm:pt>
    <dgm:pt modelId="{4B2BF462-C98E-DC41-8F30-472A3148AFEF}" type="parTrans" cxnId="{D14CEF68-24D6-4244-8099-A3943DC0CE12}">
      <dgm:prSet/>
      <dgm:spPr/>
      <dgm:t>
        <a:bodyPr/>
        <a:lstStyle/>
        <a:p>
          <a:endParaRPr lang="en-US"/>
        </a:p>
      </dgm:t>
    </dgm:pt>
    <dgm:pt modelId="{6AB37A71-840D-BD46-9C03-28727BC33AE7}" type="sibTrans" cxnId="{D14CEF68-24D6-4244-8099-A3943DC0CE12}">
      <dgm:prSet/>
      <dgm:spPr/>
      <dgm:t>
        <a:bodyPr/>
        <a:lstStyle/>
        <a:p>
          <a:endParaRPr lang="en-US"/>
        </a:p>
      </dgm:t>
    </dgm:pt>
    <dgm:pt modelId="{2D2A1FE3-9B14-6042-B8CB-42D620AA407C}">
      <dgm:prSet/>
      <dgm:spPr>
        <a:solidFill>
          <a:srgbClr val="7030A0"/>
        </a:solidFill>
      </dgm:spPr>
      <dgm:t>
        <a:bodyPr/>
        <a:lstStyle/>
        <a:p>
          <a:r>
            <a:rPr lang="en-US" dirty="0"/>
            <a:t>Enhance stocks or habitats</a:t>
          </a:r>
        </a:p>
      </dgm:t>
    </dgm:pt>
    <dgm:pt modelId="{4F552433-6913-0140-A88B-C73C55A6B27A}" type="parTrans" cxnId="{F67166CB-A0B8-F045-9F04-55647D614A7E}">
      <dgm:prSet/>
      <dgm:spPr/>
      <dgm:t>
        <a:bodyPr/>
        <a:lstStyle/>
        <a:p>
          <a:endParaRPr lang="en-US"/>
        </a:p>
      </dgm:t>
    </dgm:pt>
    <dgm:pt modelId="{3F958A2B-4E6D-0142-9A84-5BEFD9E1AE99}" type="sibTrans" cxnId="{F67166CB-A0B8-F045-9F04-55647D614A7E}">
      <dgm:prSet/>
      <dgm:spPr/>
      <dgm:t>
        <a:bodyPr/>
        <a:lstStyle/>
        <a:p>
          <a:endParaRPr lang="en-US"/>
        </a:p>
      </dgm:t>
    </dgm:pt>
    <dgm:pt modelId="{1B9E8A20-FA9F-094F-96C7-298DBA52767D}">
      <dgm:prSet/>
      <dgm:spPr>
        <a:solidFill>
          <a:srgbClr val="7030A0"/>
        </a:solidFill>
      </dgm:spPr>
      <dgm:t>
        <a:bodyPr/>
        <a:lstStyle/>
        <a:p>
          <a:r>
            <a:rPr lang="en-US" dirty="0"/>
            <a:t>Improve fisheries management</a:t>
          </a:r>
        </a:p>
      </dgm:t>
    </dgm:pt>
    <dgm:pt modelId="{24C25BCD-FDE9-C04F-9BD0-DF3763587A83}" type="parTrans" cxnId="{08BD1982-2B61-AE4E-A328-E9BFCEDBF4C5}">
      <dgm:prSet/>
      <dgm:spPr/>
      <dgm:t>
        <a:bodyPr/>
        <a:lstStyle/>
        <a:p>
          <a:endParaRPr lang="en-US"/>
        </a:p>
      </dgm:t>
    </dgm:pt>
    <dgm:pt modelId="{D33686C6-7227-CD4C-B3D9-AD74FEDFE164}" type="sibTrans" cxnId="{08BD1982-2B61-AE4E-A328-E9BFCEDBF4C5}">
      <dgm:prSet/>
      <dgm:spPr/>
      <dgm:t>
        <a:bodyPr/>
        <a:lstStyle/>
        <a:p>
          <a:endParaRPr lang="en-US"/>
        </a:p>
      </dgm:t>
    </dgm:pt>
    <dgm:pt modelId="{C1E82845-7F71-1F47-BCC6-A359A2942D0C}">
      <dgm:prSet/>
      <dgm:spPr>
        <a:solidFill>
          <a:srgbClr val="00B0F0"/>
        </a:solidFill>
      </dgm:spPr>
      <dgm:t>
        <a:bodyPr/>
        <a:lstStyle/>
        <a:p>
          <a:r>
            <a:rPr lang="en-US" dirty="0"/>
            <a:t>Support information sharing</a:t>
          </a:r>
        </a:p>
      </dgm:t>
    </dgm:pt>
    <dgm:pt modelId="{8D153793-0A50-B04D-B8ED-E601E37E93E9}" type="parTrans" cxnId="{5F69DA72-923B-E24C-8073-A303360CB56A}">
      <dgm:prSet/>
      <dgm:spPr/>
      <dgm:t>
        <a:bodyPr/>
        <a:lstStyle/>
        <a:p>
          <a:endParaRPr lang="en-US"/>
        </a:p>
      </dgm:t>
    </dgm:pt>
    <dgm:pt modelId="{B7762E9C-65DE-164F-A36C-4E78A7DEFF9D}" type="sibTrans" cxnId="{5F69DA72-923B-E24C-8073-A303360CB56A}">
      <dgm:prSet/>
      <dgm:spPr/>
      <dgm:t>
        <a:bodyPr/>
        <a:lstStyle/>
        <a:p>
          <a:endParaRPr lang="en-US"/>
        </a:p>
      </dgm:t>
    </dgm:pt>
    <dgm:pt modelId="{A81ACF87-5A09-2F40-867D-0C7511314F03}">
      <dgm:prSet/>
      <dgm:spPr>
        <a:solidFill>
          <a:schemeClr val="accent6"/>
        </a:solidFill>
      </dgm:spPr>
      <dgm:t>
        <a:bodyPr/>
        <a:lstStyle/>
        <a:p>
          <a:r>
            <a:rPr lang="en-US" dirty="0"/>
            <a:t>Support innovation</a:t>
          </a:r>
        </a:p>
      </dgm:t>
    </dgm:pt>
    <dgm:pt modelId="{3DA26D75-E90E-244E-A0B1-1DBDE51C3631}" type="parTrans" cxnId="{40607093-E51A-374A-880D-AF8300916AC3}">
      <dgm:prSet/>
      <dgm:spPr/>
      <dgm:t>
        <a:bodyPr/>
        <a:lstStyle/>
        <a:p>
          <a:endParaRPr lang="en-US"/>
        </a:p>
      </dgm:t>
    </dgm:pt>
    <dgm:pt modelId="{D7E4B9C2-3B72-E44C-9092-1338B311A61D}" type="sibTrans" cxnId="{40607093-E51A-374A-880D-AF8300916AC3}">
      <dgm:prSet/>
      <dgm:spPr/>
      <dgm:t>
        <a:bodyPr/>
        <a:lstStyle/>
        <a:p>
          <a:endParaRPr lang="en-US"/>
        </a:p>
      </dgm:t>
    </dgm:pt>
    <dgm:pt modelId="{63D569ED-39BD-3F44-A78B-9E588E779B3A}" type="pres">
      <dgm:prSet presAssocID="{05E367F7-6F71-3544-B980-6AF2D4C0054E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4DB86EBA-B4FB-1A4E-846F-02727C5F6D8A}" type="pres">
      <dgm:prSet presAssocID="{62FC3D12-7FC1-5841-BC11-18622438BAEC}" presName="root1" presStyleCnt="0"/>
      <dgm:spPr/>
    </dgm:pt>
    <dgm:pt modelId="{420E922A-94FC-8A44-B427-118E36993B58}" type="pres">
      <dgm:prSet presAssocID="{62FC3D12-7FC1-5841-BC11-18622438BAEC}" presName="LevelOneTextNode" presStyleLbl="node0" presStyleIdx="0" presStyleCnt="1">
        <dgm:presLayoutVars>
          <dgm:chPref val="3"/>
        </dgm:presLayoutVars>
      </dgm:prSet>
      <dgm:spPr/>
    </dgm:pt>
    <dgm:pt modelId="{B53EC82C-CC3A-234C-8A4A-FBEF347F74AF}" type="pres">
      <dgm:prSet presAssocID="{62FC3D12-7FC1-5841-BC11-18622438BAEC}" presName="level2hierChild" presStyleCnt="0"/>
      <dgm:spPr/>
    </dgm:pt>
    <dgm:pt modelId="{8F98374B-7F73-4048-A336-261BF352376A}" type="pres">
      <dgm:prSet presAssocID="{A03263AD-4B82-E342-9C90-52BD6F89A6B1}" presName="conn2-1" presStyleLbl="parChTrans1D2" presStyleIdx="0" presStyleCnt="10"/>
      <dgm:spPr/>
    </dgm:pt>
    <dgm:pt modelId="{FF25DF05-86B1-924B-ADD8-FCA0E6F9A408}" type="pres">
      <dgm:prSet presAssocID="{A03263AD-4B82-E342-9C90-52BD6F89A6B1}" presName="connTx" presStyleLbl="parChTrans1D2" presStyleIdx="0" presStyleCnt="10"/>
      <dgm:spPr/>
    </dgm:pt>
    <dgm:pt modelId="{70E5FBE0-8A05-F94C-8EE2-9E907C23F49B}" type="pres">
      <dgm:prSet presAssocID="{60E61329-BDB6-F847-8C6C-457CE104D632}" presName="root2" presStyleCnt="0"/>
      <dgm:spPr/>
    </dgm:pt>
    <dgm:pt modelId="{5D584CD6-162B-4D4E-9FBB-79DC95814B18}" type="pres">
      <dgm:prSet presAssocID="{60E61329-BDB6-F847-8C6C-457CE104D632}" presName="LevelTwoTextNode" presStyleLbl="node2" presStyleIdx="0" presStyleCnt="10">
        <dgm:presLayoutVars>
          <dgm:chPref val="3"/>
        </dgm:presLayoutVars>
      </dgm:prSet>
      <dgm:spPr/>
    </dgm:pt>
    <dgm:pt modelId="{2F2A671B-4CEF-BD45-8D3D-C19FD0E4171A}" type="pres">
      <dgm:prSet presAssocID="{60E61329-BDB6-F847-8C6C-457CE104D632}" presName="level3hierChild" presStyleCnt="0"/>
      <dgm:spPr/>
    </dgm:pt>
    <dgm:pt modelId="{894B3034-20B4-4A4A-9728-AA75CE104BD3}" type="pres">
      <dgm:prSet presAssocID="{BAEC84A8-17AB-0647-AD9E-1E4656B785B4}" presName="conn2-1" presStyleLbl="parChTrans1D2" presStyleIdx="1" presStyleCnt="10"/>
      <dgm:spPr/>
    </dgm:pt>
    <dgm:pt modelId="{0DBF024D-D71D-654C-A61D-329E1BA0E3D7}" type="pres">
      <dgm:prSet presAssocID="{BAEC84A8-17AB-0647-AD9E-1E4656B785B4}" presName="connTx" presStyleLbl="parChTrans1D2" presStyleIdx="1" presStyleCnt="10"/>
      <dgm:spPr/>
    </dgm:pt>
    <dgm:pt modelId="{E5745506-F3A1-7242-8AC7-2DD52BBC4FE4}" type="pres">
      <dgm:prSet presAssocID="{60F3CF79-76EF-B949-9D70-9C5B5F1CE247}" presName="root2" presStyleCnt="0"/>
      <dgm:spPr/>
    </dgm:pt>
    <dgm:pt modelId="{948DF34F-8D03-4646-BDAF-FE8F0E233D22}" type="pres">
      <dgm:prSet presAssocID="{60F3CF79-76EF-B949-9D70-9C5B5F1CE247}" presName="LevelTwoTextNode" presStyleLbl="node2" presStyleIdx="1" presStyleCnt="10">
        <dgm:presLayoutVars>
          <dgm:chPref val="3"/>
        </dgm:presLayoutVars>
      </dgm:prSet>
      <dgm:spPr/>
    </dgm:pt>
    <dgm:pt modelId="{3EF25BAE-E845-4F49-88D7-89F9BAB41FBC}" type="pres">
      <dgm:prSet presAssocID="{60F3CF79-76EF-B949-9D70-9C5B5F1CE247}" presName="level3hierChild" presStyleCnt="0"/>
      <dgm:spPr/>
    </dgm:pt>
    <dgm:pt modelId="{399BCDE1-ADDC-EB48-AD3C-49DE4B96E65F}" type="pres">
      <dgm:prSet presAssocID="{E1DC1E32-23DD-5C4C-99BF-5BA64A0A18CD}" presName="conn2-1" presStyleLbl="parChTrans1D2" presStyleIdx="2" presStyleCnt="10"/>
      <dgm:spPr/>
    </dgm:pt>
    <dgm:pt modelId="{F68CAF40-7A47-094A-BCFF-38286A36F212}" type="pres">
      <dgm:prSet presAssocID="{E1DC1E32-23DD-5C4C-99BF-5BA64A0A18CD}" presName="connTx" presStyleLbl="parChTrans1D2" presStyleIdx="2" presStyleCnt="10"/>
      <dgm:spPr/>
    </dgm:pt>
    <dgm:pt modelId="{49D3DE0A-080E-F446-A255-10A3FB58181B}" type="pres">
      <dgm:prSet presAssocID="{8D49042F-1753-1244-944E-370A0E0F1056}" presName="root2" presStyleCnt="0"/>
      <dgm:spPr/>
    </dgm:pt>
    <dgm:pt modelId="{0580636D-62E9-8A42-9502-9D22E2115536}" type="pres">
      <dgm:prSet presAssocID="{8D49042F-1753-1244-944E-370A0E0F1056}" presName="LevelTwoTextNode" presStyleLbl="node2" presStyleIdx="2" presStyleCnt="10">
        <dgm:presLayoutVars>
          <dgm:chPref val="3"/>
        </dgm:presLayoutVars>
      </dgm:prSet>
      <dgm:spPr/>
    </dgm:pt>
    <dgm:pt modelId="{DA60BA5F-562A-6849-8C73-ECEDFAF4FCFA}" type="pres">
      <dgm:prSet presAssocID="{8D49042F-1753-1244-944E-370A0E0F1056}" presName="level3hierChild" presStyleCnt="0"/>
      <dgm:spPr/>
    </dgm:pt>
    <dgm:pt modelId="{0CEF94B1-D28C-254D-80A3-542895B9169D}" type="pres">
      <dgm:prSet presAssocID="{4ECF7EA8-A90E-D74E-8F64-21D2E09ACEFE}" presName="conn2-1" presStyleLbl="parChTrans1D2" presStyleIdx="3" presStyleCnt="10"/>
      <dgm:spPr/>
    </dgm:pt>
    <dgm:pt modelId="{633A16AC-8CFF-0D4A-AC9C-78CFD890B5DD}" type="pres">
      <dgm:prSet presAssocID="{4ECF7EA8-A90E-D74E-8F64-21D2E09ACEFE}" presName="connTx" presStyleLbl="parChTrans1D2" presStyleIdx="3" presStyleCnt="10"/>
      <dgm:spPr/>
    </dgm:pt>
    <dgm:pt modelId="{AFF40177-DD79-8142-B803-95A317FDDEED}" type="pres">
      <dgm:prSet presAssocID="{21750BC7-3FE8-3F43-8F05-182020B010C3}" presName="root2" presStyleCnt="0"/>
      <dgm:spPr/>
    </dgm:pt>
    <dgm:pt modelId="{605C6166-B120-CC45-A4FA-06308FAD8E95}" type="pres">
      <dgm:prSet presAssocID="{21750BC7-3FE8-3F43-8F05-182020B010C3}" presName="LevelTwoTextNode" presStyleLbl="node2" presStyleIdx="3" presStyleCnt="10">
        <dgm:presLayoutVars>
          <dgm:chPref val="3"/>
        </dgm:presLayoutVars>
      </dgm:prSet>
      <dgm:spPr/>
    </dgm:pt>
    <dgm:pt modelId="{097B6BC5-2E86-4141-AFC0-474B29487B67}" type="pres">
      <dgm:prSet presAssocID="{21750BC7-3FE8-3F43-8F05-182020B010C3}" presName="level3hierChild" presStyleCnt="0"/>
      <dgm:spPr/>
    </dgm:pt>
    <dgm:pt modelId="{173BB7A2-E97B-9A44-80D9-B243AAC83D2D}" type="pres">
      <dgm:prSet presAssocID="{4B2BF462-C98E-DC41-8F30-472A3148AFEF}" presName="conn2-1" presStyleLbl="parChTrans1D2" presStyleIdx="4" presStyleCnt="10"/>
      <dgm:spPr/>
    </dgm:pt>
    <dgm:pt modelId="{32F9E2F6-DDDE-334D-A5F1-9B0D29792B5D}" type="pres">
      <dgm:prSet presAssocID="{4B2BF462-C98E-DC41-8F30-472A3148AFEF}" presName="connTx" presStyleLbl="parChTrans1D2" presStyleIdx="4" presStyleCnt="10"/>
      <dgm:spPr/>
    </dgm:pt>
    <dgm:pt modelId="{0D0D7497-6FBE-454C-98E3-D9C69046430C}" type="pres">
      <dgm:prSet presAssocID="{6F4A4AFF-EC0D-804D-ADE1-E09A0BCC8E49}" presName="root2" presStyleCnt="0"/>
      <dgm:spPr/>
    </dgm:pt>
    <dgm:pt modelId="{47DFC077-1A0D-3545-AE13-2AD611EBEAFE}" type="pres">
      <dgm:prSet presAssocID="{6F4A4AFF-EC0D-804D-ADE1-E09A0BCC8E49}" presName="LevelTwoTextNode" presStyleLbl="node2" presStyleIdx="4" presStyleCnt="10">
        <dgm:presLayoutVars>
          <dgm:chPref val="3"/>
        </dgm:presLayoutVars>
      </dgm:prSet>
      <dgm:spPr/>
    </dgm:pt>
    <dgm:pt modelId="{F7977A00-837C-0F4B-BF09-674D63DFEED6}" type="pres">
      <dgm:prSet presAssocID="{6F4A4AFF-EC0D-804D-ADE1-E09A0BCC8E49}" presName="level3hierChild" presStyleCnt="0"/>
      <dgm:spPr/>
    </dgm:pt>
    <dgm:pt modelId="{F8D74BB1-35EE-4640-8DA9-D968C48123B6}" type="pres">
      <dgm:prSet presAssocID="{8D153793-0A50-B04D-B8ED-E601E37E93E9}" presName="conn2-1" presStyleLbl="parChTrans1D2" presStyleIdx="5" presStyleCnt="10"/>
      <dgm:spPr/>
    </dgm:pt>
    <dgm:pt modelId="{25F08C01-4EFF-C84B-AFCE-B14BECFD4B2E}" type="pres">
      <dgm:prSet presAssocID="{8D153793-0A50-B04D-B8ED-E601E37E93E9}" presName="connTx" presStyleLbl="parChTrans1D2" presStyleIdx="5" presStyleCnt="10"/>
      <dgm:spPr/>
    </dgm:pt>
    <dgm:pt modelId="{C31A5657-83AB-E045-988D-B44BA3CEEFD6}" type="pres">
      <dgm:prSet presAssocID="{C1E82845-7F71-1F47-BCC6-A359A2942D0C}" presName="root2" presStyleCnt="0"/>
      <dgm:spPr/>
    </dgm:pt>
    <dgm:pt modelId="{30BBD12E-9D6C-3143-B356-E4D542F7EF71}" type="pres">
      <dgm:prSet presAssocID="{C1E82845-7F71-1F47-BCC6-A359A2942D0C}" presName="LevelTwoTextNode" presStyleLbl="node2" presStyleIdx="5" presStyleCnt="10">
        <dgm:presLayoutVars>
          <dgm:chPref val="3"/>
        </dgm:presLayoutVars>
      </dgm:prSet>
      <dgm:spPr/>
    </dgm:pt>
    <dgm:pt modelId="{AB56E11C-259F-6444-A126-605E6C27CE49}" type="pres">
      <dgm:prSet presAssocID="{C1E82845-7F71-1F47-BCC6-A359A2942D0C}" presName="level3hierChild" presStyleCnt="0"/>
      <dgm:spPr/>
    </dgm:pt>
    <dgm:pt modelId="{C1C20401-FDA9-C148-87A1-0BE8FDDC4913}" type="pres">
      <dgm:prSet presAssocID="{4F552433-6913-0140-A88B-C73C55A6B27A}" presName="conn2-1" presStyleLbl="parChTrans1D2" presStyleIdx="6" presStyleCnt="10"/>
      <dgm:spPr/>
    </dgm:pt>
    <dgm:pt modelId="{9F202D81-7873-CF4E-AD10-A4F8B0E8C6FD}" type="pres">
      <dgm:prSet presAssocID="{4F552433-6913-0140-A88B-C73C55A6B27A}" presName="connTx" presStyleLbl="parChTrans1D2" presStyleIdx="6" presStyleCnt="10"/>
      <dgm:spPr/>
    </dgm:pt>
    <dgm:pt modelId="{FC12A745-4037-5D44-A4CA-C8884269452E}" type="pres">
      <dgm:prSet presAssocID="{2D2A1FE3-9B14-6042-B8CB-42D620AA407C}" presName="root2" presStyleCnt="0"/>
      <dgm:spPr/>
    </dgm:pt>
    <dgm:pt modelId="{CB790A72-0FCB-FE48-B90F-839C666D0F0A}" type="pres">
      <dgm:prSet presAssocID="{2D2A1FE3-9B14-6042-B8CB-42D620AA407C}" presName="LevelTwoTextNode" presStyleLbl="node2" presStyleIdx="6" presStyleCnt="10">
        <dgm:presLayoutVars>
          <dgm:chPref val="3"/>
        </dgm:presLayoutVars>
      </dgm:prSet>
      <dgm:spPr/>
    </dgm:pt>
    <dgm:pt modelId="{C6FA86D1-BD44-3F42-9F7E-332F1830071F}" type="pres">
      <dgm:prSet presAssocID="{2D2A1FE3-9B14-6042-B8CB-42D620AA407C}" presName="level3hierChild" presStyleCnt="0"/>
      <dgm:spPr/>
    </dgm:pt>
    <dgm:pt modelId="{7066DD12-5284-4646-B6A9-D46D56EC2072}" type="pres">
      <dgm:prSet presAssocID="{3DA26D75-E90E-244E-A0B1-1DBDE51C3631}" presName="conn2-1" presStyleLbl="parChTrans1D2" presStyleIdx="7" presStyleCnt="10"/>
      <dgm:spPr/>
    </dgm:pt>
    <dgm:pt modelId="{0632A445-A429-F648-BEAA-CD9C768D7923}" type="pres">
      <dgm:prSet presAssocID="{3DA26D75-E90E-244E-A0B1-1DBDE51C3631}" presName="connTx" presStyleLbl="parChTrans1D2" presStyleIdx="7" presStyleCnt="10"/>
      <dgm:spPr/>
    </dgm:pt>
    <dgm:pt modelId="{F96EEA95-A0E8-3948-B7EC-53B64AB119CA}" type="pres">
      <dgm:prSet presAssocID="{A81ACF87-5A09-2F40-867D-0C7511314F03}" presName="root2" presStyleCnt="0"/>
      <dgm:spPr/>
    </dgm:pt>
    <dgm:pt modelId="{FFF84A23-37D9-A042-A0D7-F98C9A784327}" type="pres">
      <dgm:prSet presAssocID="{A81ACF87-5A09-2F40-867D-0C7511314F03}" presName="LevelTwoTextNode" presStyleLbl="node2" presStyleIdx="7" presStyleCnt="10">
        <dgm:presLayoutVars>
          <dgm:chPref val="3"/>
        </dgm:presLayoutVars>
      </dgm:prSet>
      <dgm:spPr/>
    </dgm:pt>
    <dgm:pt modelId="{08590829-8EFE-7744-A831-74E58238E2B0}" type="pres">
      <dgm:prSet presAssocID="{A81ACF87-5A09-2F40-867D-0C7511314F03}" presName="level3hierChild" presStyleCnt="0"/>
      <dgm:spPr/>
    </dgm:pt>
    <dgm:pt modelId="{3EBD83AA-DB5A-B743-9FBB-2F19CCF533E0}" type="pres">
      <dgm:prSet presAssocID="{24C25BCD-FDE9-C04F-9BD0-DF3763587A83}" presName="conn2-1" presStyleLbl="parChTrans1D2" presStyleIdx="8" presStyleCnt="10"/>
      <dgm:spPr/>
    </dgm:pt>
    <dgm:pt modelId="{6008539A-1697-6B49-8448-6776C47EEDBB}" type="pres">
      <dgm:prSet presAssocID="{24C25BCD-FDE9-C04F-9BD0-DF3763587A83}" presName="connTx" presStyleLbl="parChTrans1D2" presStyleIdx="8" presStyleCnt="10"/>
      <dgm:spPr/>
    </dgm:pt>
    <dgm:pt modelId="{EC95650D-5D9A-3D41-BC2D-2025B5C2E82D}" type="pres">
      <dgm:prSet presAssocID="{1B9E8A20-FA9F-094F-96C7-298DBA52767D}" presName="root2" presStyleCnt="0"/>
      <dgm:spPr/>
    </dgm:pt>
    <dgm:pt modelId="{8B2404E5-D950-754C-8FBC-FB48A66FCB84}" type="pres">
      <dgm:prSet presAssocID="{1B9E8A20-FA9F-094F-96C7-298DBA52767D}" presName="LevelTwoTextNode" presStyleLbl="node2" presStyleIdx="8" presStyleCnt="10">
        <dgm:presLayoutVars>
          <dgm:chPref val="3"/>
        </dgm:presLayoutVars>
      </dgm:prSet>
      <dgm:spPr/>
    </dgm:pt>
    <dgm:pt modelId="{102A3CDD-6B3C-804B-834E-CDA757762F90}" type="pres">
      <dgm:prSet presAssocID="{1B9E8A20-FA9F-094F-96C7-298DBA52767D}" presName="level3hierChild" presStyleCnt="0"/>
      <dgm:spPr/>
    </dgm:pt>
    <dgm:pt modelId="{B875C80E-A93B-A340-8180-65DA044EDB42}" type="pres">
      <dgm:prSet presAssocID="{5406F919-D326-A241-9008-3B6E8D9C7D6A}" presName="conn2-1" presStyleLbl="parChTrans1D2" presStyleIdx="9" presStyleCnt="10"/>
      <dgm:spPr/>
    </dgm:pt>
    <dgm:pt modelId="{9079F8F4-7DFF-EC4C-89AD-8CEEBC3D5BC0}" type="pres">
      <dgm:prSet presAssocID="{5406F919-D326-A241-9008-3B6E8D9C7D6A}" presName="connTx" presStyleLbl="parChTrans1D2" presStyleIdx="9" presStyleCnt="10"/>
      <dgm:spPr/>
    </dgm:pt>
    <dgm:pt modelId="{A9285C81-FBB5-E246-B1E1-D12B75F6FB01}" type="pres">
      <dgm:prSet presAssocID="{C4469284-BD81-8347-A5F2-E6C012425BE4}" presName="root2" presStyleCnt="0"/>
      <dgm:spPr/>
    </dgm:pt>
    <dgm:pt modelId="{EE94BB7D-1815-C545-8672-A49F10D67465}" type="pres">
      <dgm:prSet presAssocID="{C4469284-BD81-8347-A5F2-E6C012425BE4}" presName="LevelTwoTextNode" presStyleLbl="node2" presStyleIdx="9" presStyleCnt="10">
        <dgm:presLayoutVars>
          <dgm:chPref val="3"/>
        </dgm:presLayoutVars>
      </dgm:prSet>
      <dgm:spPr/>
    </dgm:pt>
    <dgm:pt modelId="{7C673987-4493-BB40-844E-CE1E29D6C23F}" type="pres">
      <dgm:prSet presAssocID="{C4469284-BD81-8347-A5F2-E6C012425BE4}" presName="level3hierChild" presStyleCnt="0"/>
      <dgm:spPr/>
    </dgm:pt>
  </dgm:ptLst>
  <dgm:cxnLst>
    <dgm:cxn modelId="{38C6DA0C-1EF1-1241-887A-F3AD06676EDD}" type="presOf" srcId="{5406F919-D326-A241-9008-3B6E8D9C7D6A}" destId="{B875C80E-A93B-A340-8180-65DA044EDB42}" srcOrd="0" destOrd="0" presId="urn:microsoft.com/office/officeart/2005/8/layout/hierarchy2"/>
    <dgm:cxn modelId="{5694260E-9BA3-A94B-81D8-D1E76036E242}" type="presOf" srcId="{8D153793-0A50-B04D-B8ED-E601E37E93E9}" destId="{25F08C01-4EFF-C84B-AFCE-B14BECFD4B2E}" srcOrd="1" destOrd="0" presId="urn:microsoft.com/office/officeart/2005/8/layout/hierarchy2"/>
    <dgm:cxn modelId="{51731E18-B20F-2641-BB68-4BB21FC93292}" type="presOf" srcId="{C4469284-BD81-8347-A5F2-E6C012425BE4}" destId="{EE94BB7D-1815-C545-8672-A49F10D67465}" srcOrd="0" destOrd="0" presId="urn:microsoft.com/office/officeart/2005/8/layout/hierarchy2"/>
    <dgm:cxn modelId="{A0A46C19-8546-D840-83FA-197C39B5BEDB}" type="presOf" srcId="{BAEC84A8-17AB-0647-AD9E-1E4656B785B4}" destId="{0DBF024D-D71D-654C-A61D-329E1BA0E3D7}" srcOrd="1" destOrd="0" presId="urn:microsoft.com/office/officeart/2005/8/layout/hierarchy2"/>
    <dgm:cxn modelId="{CB92B01B-70CD-1744-BC1A-286DDE75E3F8}" type="presOf" srcId="{3DA26D75-E90E-244E-A0B1-1DBDE51C3631}" destId="{0632A445-A429-F648-BEAA-CD9C768D7923}" srcOrd="1" destOrd="0" presId="urn:microsoft.com/office/officeart/2005/8/layout/hierarchy2"/>
    <dgm:cxn modelId="{7144801C-DF52-FD45-B705-988E46B4E5EF}" type="presOf" srcId="{4B2BF462-C98E-DC41-8F30-472A3148AFEF}" destId="{32F9E2F6-DDDE-334D-A5F1-9B0D29792B5D}" srcOrd="1" destOrd="0" presId="urn:microsoft.com/office/officeart/2005/8/layout/hierarchy2"/>
    <dgm:cxn modelId="{0B64A420-BEF8-254D-B3F6-FAC86DCCB524}" type="presOf" srcId="{A03263AD-4B82-E342-9C90-52BD6F89A6B1}" destId="{8F98374B-7F73-4048-A336-261BF352376A}" srcOrd="0" destOrd="0" presId="urn:microsoft.com/office/officeart/2005/8/layout/hierarchy2"/>
    <dgm:cxn modelId="{492CBF22-D965-F54A-ABC5-86BD2B06795A}" type="presOf" srcId="{E1DC1E32-23DD-5C4C-99BF-5BA64A0A18CD}" destId="{399BCDE1-ADDC-EB48-AD3C-49DE4B96E65F}" srcOrd="0" destOrd="0" presId="urn:microsoft.com/office/officeart/2005/8/layout/hierarchy2"/>
    <dgm:cxn modelId="{EBD84F35-A441-8640-88A7-9B184F601E1C}" type="presOf" srcId="{24C25BCD-FDE9-C04F-9BD0-DF3763587A83}" destId="{3EBD83AA-DB5A-B743-9FBB-2F19CCF533E0}" srcOrd="0" destOrd="0" presId="urn:microsoft.com/office/officeart/2005/8/layout/hierarchy2"/>
    <dgm:cxn modelId="{4ECB7F39-F682-604B-9017-B6C8536F38DD}" srcId="{62FC3D12-7FC1-5841-BC11-18622438BAEC}" destId="{60E61329-BDB6-F847-8C6C-457CE104D632}" srcOrd="0" destOrd="0" parTransId="{A03263AD-4B82-E342-9C90-52BD6F89A6B1}" sibTransId="{4921F348-3309-834A-ADA4-A5C15AEDBF11}"/>
    <dgm:cxn modelId="{4B61983D-2CE3-9549-8FD1-6D0916018A20}" srcId="{62FC3D12-7FC1-5841-BC11-18622438BAEC}" destId="{8D49042F-1753-1244-944E-370A0E0F1056}" srcOrd="2" destOrd="0" parTransId="{E1DC1E32-23DD-5C4C-99BF-5BA64A0A18CD}" sibTransId="{2542DB7F-A5D2-9647-AFD8-FF209EEAC35A}"/>
    <dgm:cxn modelId="{22CE6A3F-A3CF-874F-B2D2-6B1E0222E598}" type="presOf" srcId="{E1DC1E32-23DD-5C4C-99BF-5BA64A0A18CD}" destId="{F68CAF40-7A47-094A-BCFF-38286A36F212}" srcOrd="1" destOrd="0" presId="urn:microsoft.com/office/officeart/2005/8/layout/hierarchy2"/>
    <dgm:cxn modelId="{A9587A48-5D90-6945-A1C3-20A57F2BDDA1}" type="presOf" srcId="{A81ACF87-5A09-2F40-867D-0C7511314F03}" destId="{FFF84A23-37D9-A042-A0D7-F98C9A784327}" srcOrd="0" destOrd="0" presId="urn:microsoft.com/office/officeart/2005/8/layout/hierarchy2"/>
    <dgm:cxn modelId="{8ADF5851-A532-454C-97B0-03F1E55C9185}" type="presOf" srcId="{05E367F7-6F71-3544-B980-6AF2D4C0054E}" destId="{63D569ED-39BD-3F44-A78B-9E588E779B3A}" srcOrd="0" destOrd="0" presId="urn:microsoft.com/office/officeart/2005/8/layout/hierarchy2"/>
    <dgm:cxn modelId="{2D8DA858-B3EB-C44E-8DBA-DBD372998F18}" type="presOf" srcId="{60F3CF79-76EF-B949-9D70-9C5B5F1CE247}" destId="{948DF34F-8D03-4646-BDAF-FE8F0E233D22}" srcOrd="0" destOrd="0" presId="urn:microsoft.com/office/officeart/2005/8/layout/hierarchy2"/>
    <dgm:cxn modelId="{EDB33961-2635-C24A-B2F4-C3BB11E800CB}" srcId="{62FC3D12-7FC1-5841-BC11-18622438BAEC}" destId="{60F3CF79-76EF-B949-9D70-9C5B5F1CE247}" srcOrd="1" destOrd="0" parTransId="{BAEC84A8-17AB-0647-AD9E-1E4656B785B4}" sibTransId="{366AAA2F-1221-414A-B181-E39775B8A090}"/>
    <dgm:cxn modelId="{D14CEF68-24D6-4244-8099-A3943DC0CE12}" srcId="{62FC3D12-7FC1-5841-BC11-18622438BAEC}" destId="{6F4A4AFF-EC0D-804D-ADE1-E09A0BCC8E49}" srcOrd="4" destOrd="0" parTransId="{4B2BF462-C98E-DC41-8F30-472A3148AFEF}" sibTransId="{6AB37A71-840D-BD46-9C03-28727BC33AE7}"/>
    <dgm:cxn modelId="{5F69DA72-923B-E24C-8073-A303360CB56A}" srcId="{62FC3D12-7FC1-5841-BC11-18622438BAEC}" destId="{C1E82845-7F71-1F47-BCC6-A359A2942D0C}" srcOrd="5" destOrd="0" parTransId="{8D153793-0A50-B04D-B8ED-E601E37E93E9}" sibTransId="{B7762E9C-65DE-164F-A36C-4E78A7DEFF9D}"/>
    <dgm:cxn modelId="{E982A17E-9BB6-4F48-81B9-0E6AD20F6365}" type="presOf" srcId="{24C25BCD-FDE9-C04F-9BD0-DF3763587A83}" destId="{6008539A-1697-6B49-8448-6776C47EEDBB}" srcOrd="1" destOrd="0" presId="urn:microsoft.com/office/officeart/2005/8/layout/hierarchy2"/>
    <dgm:cxn modelId="{801FFA7E-A9EC-D440-8F31-C72B309A8B60}" srcId="{62FC3D12-7FC1-5841-BC11-18622438BAEC}" destId="{21750BC7-3FE8-3F43-8F05-182020B010C3}" srcOrd="3" destOrd="0" parTransId="{4ECF7EA8-A90E-D74E-8F64-21D2E09ACEFE}" sibTransId="{62519FEF-4E5E-C743-90AB-A792A702F02B}"/>
    <dgm:cxn modelId="{08BD1982-2B61-AE4E-A328-E9BFCEDBF4C5}" srcId="{62FC3D12-7FC1-5841-BC11-18622438BAEC}" destId="{1B9E8A20-FA9F-094F-96C7-298DBA52767D}" srcOrd="8" destOrd="0" parTransId="{24C25BCD-FDE9-C04F-9BD0-DF3763587A83}" sibTransId="{D33686C6-7227-CD4C-B3D9-AD74FEDFE164}"/>
    <dgm:cxn modelId="{B1F56783-10B0-8D40-8D56-6488E91CD5CD}" type="presOf" srcId="{4F552433-6913-0140-A88B-C73C55A6B27A}" destId="{C1C20401-FDA9-C148-87A1-0BE8FDDC4913}" srcOrd="0" destOrd="0" presId="urn:microsoft.com/office/officeart/2005/8/layout/hierarchy2"/>
    <dgm:cxn modelId="{68860C85-9C56-0F4D-8E41-F94597861538}" type="presOf" srcId="{C1E82845-7F71-1F47-BCC6-A359A2942D0C}" destId="{30BBD12E-9D6C-3143-B356-E4D542F7EF71}" srcOrd="0" destOrd="0" presId="urn:microsoft.com/office/officeart/2005/8/layout/hierarchy2"/>
    <dgm:cxn modelId="{54348A8B-0DE1-A743-A80E-EB3A53DC3A2A}" type="presOf" srcId="{5406F919-D326-A241-9008-3B6E8D9C7D6A}" destId="{9079F8F4-7DFF-EC4C-89AD-8CEEBC3D5BC0}" srcOrd="1" destOrd="0" presId="urn:microsoft.com/office/officeart/2005/8/layout/hierarchy2"/>
    <dgm:cxn modelId="{40607093-E51A-374A-880D-AF8300916AC3}" srcId="{62FC3D12-7FC1-5841-BC11-18622438BAEC}" destId="{A81ACF87-5A09-2F40-867D-0C7511314F03}" srcOrd="7" destOrd="0" parTransId="{3DA26D75-E90E-244E-A0B1-1DBDE51C3631}" sibTransId="{D7E4B9C2-3B72-E44C-9092-1338B311A61D}"/>
    <dgm:cxn modelId="{182734A1-BF57-BF4D-8A48-F58F67F29FCF}" type="presOf" srcId="{62FC3D12-7FC1-5841-BC11-18622438BAEC}" destId="{420E922A-94FC-8A44-B427-118E36993B58}" srcOrd="0" destOrd="0" presId="urn:microsoft.com/office/officeart/2005/8/layout/hierarchy2"/>
    <dgm:cxn modelId="{8DCE71A4-071D-0A4C-9DA2-FCCF7CAF27F4}" type="presOf" srcId="{4ECF7EA8-A90E-D74E-8F64-21D2E09ACEFE}" destId="{0CEF94B1-D28C-254D-80A3-542895B9169D}" srcOrd="0" destOrd="0" presId="urn:microsoft.com/office/officeart/2005/8/layout/hierarchy2"/>
    <dgm:cxn modelId="{1D14FCA5-C8DB-604B-A09D-E90795E3FA3F}" type="presOf" srcId="{1B9E8A20-FA9F-094F-96C7-298DBA52767D}" destId="{8B2404E5-D950-754C-8FBC-FB48A66FCB84}" srcOrd="0" destOrd="0" presId="urn:microsoft.com/office/officeart/2005/8/layout/hierarchy2"/>
    <dgm:cxn modelId="{C87ABEAC-6259-7646-86A2-6367BCE2E320}" type="presOf" srcId="{4F552433-6913-0140-A88B-C73C55A6B27A}" destId="{9F202D81-7873-CF4E-AD10-A4F8B0E8C6FD}" srcOrd="1" destOrd="0" presId="urn:microsoft.com/office/officeart/2005/8/layout/hierarchy2"/>
    <dgm:cxn modelId="{5E1A35B8-4FBD-5B4A-BE96-18072B82F8FC}" type="presOf" srcId="{4ECF7EA8-A90E-D74E-8F64-21D2E09ACEFE}" destId="{633A16AC-8CFF-0D4A-AC9C-78CFD890B5DD}" srcOrd="1" destOrd="0" presId="urn:microsoft.com/office/officeart/2005/8/layout/hierarchy2"/>
    <dgm:cxn modelId="{7A6723B9-1325-454D-8030-7B2D85831AF9}" type="presOf" srcId="{A03263AD-4B82-E342-9C90-52BD6F89A6B1}" destId="{FF25DF05-86B1-924B-ADD8-FCA0E6F9A408}" srcOrd="1" destOrd="0" presId="urn:microsoft.com/office/officeart/2005/8/layout/hierarchy2"/>
    <dgm:cxn modelId="{C832E7B9-4252-8142-BDFD-B61C332211D1}" type="presOf" srcId="{BAEC84A8-17AB-0647-AD9E-1E4656B785B4}" destId="{894B3034-20B4-4A4A-9728-AA75CE104BD3}" srcOrd="0" destOrd="0" presId="urn:microsoft.com/office/officeart/2005/8/layout/hierarchy2"/>
    <dgm:cxn modelId="{77AC21C0-5E45-5B47-89FD-B37757DE01A7}" type="presOf" srcId="{4B2BF462-C98E-DC41-8F30-472A3148AFEF}" destId="{173BB7A2-E97B-9A44-80D9-B243AAC83D2D}" srcOrd="0" destOrd="0" presId="urn:microsoft.com/office/officeart/2005/8/layout/hierarchy2"/>
    <dgm:cxn modelId="{71A463C6-E528-8F4B-B2D3-78BB7A9981F0}" type="presOf" srcId="{60E61329-BDB6-F847-8C6C-457CE104D632}" destId="{5D584CD6-162B-4D4E-9FBB-79DC95814B18}" srcOrd="0" destOrd="0" presId="urn:microsoft.com/office/officeart/2005/8/layout/hierarchy2"/>
    <dgm:cxn modelId="{F67166CB-A0B8-F045-9F04-55647D614A7E}" srcId="{62FC3D12-7FC1-5841-BC11-18622438BAEC}" destId="{2D2A1FE3-9B14-6042-B8CB-42D620AA407C}" srcOrd="6" destOrd="0" parTransId="{4F552433-6913-0140-A88B-C73C55A6B27A}" sibTransId="{3F958A2B-4E6D-0142-9A84-5BEFD9E1AE99}"/>
    <dgm:cxn modelId="{757E2DD0-50D2-FD4E-8E36-C259FFC08121}" srcId="{62FC3D12-7FC1-5841-BC11-18622438BAEC}" destId="{C4469284-BD81-8347-A5F2-E6C012425BE4}" srcOrd="9" destOrd="0" parTransId="{5406F919-D326-A241-9008-3B6E8D9C7D6A}" sibTransId="{0ABDB25D-392A-7D40-8B56-93D82DF69C3C}"/>
    <dgm:cxn modelId="{EE2709DF-473F-B841-B6D1-F7C0569176F5}" type="presOf" srcId="{3DA26D75-E90E-244E-A0B1-1DBDE51C3631}" destId="{7066DD12-5284-4646-B6A9-D46D56EC2072}" srcOrd="0" destOrd="0" presId="urn:microsoft.com/office/officeart/2005/8/layout/hierarchy2"/>
    <dgm:cxn modelId="{74FDE0E3-4BAD-494F-A056-D68F0BBC7E56}" type="presOf" srcId="{6F4A4AFF-EC0D-804D-ADE1-E09A0BCC8E49}" destId="{47DFC077-1A0D-3545-AE13-2AD611EBEAFE}" srcOrd="0" destOrd="0" presId="urn:microsoft.com/office/officeart/2005/8/layout/hierarchy2"/>
    <dgm:cxn modelId="{932249EB-85AC-3D46-888E-8140E2415D6B}" type="presOf" srcId="{2D2A1FE3-9B14-6042-B8CB-42D620AA407C}" destId="{CB790A72-0FCB-FE48-B90F-839C666D0F0A}" srcOrd="0" destOrd="0" presId="urn:microsoft.com/office/officeart/2005/8/layout/hierarchy2"/>
    <dgm:cxn modelId="{93E7F6ED-EC64-5946-8991-71999B35B168}" srcId="{05E367F7-6F71-3544-B980-6AF2D4C0054E}" destId="{62FC3D12-7FC1-5841-BC11-18622438BAEC}" srcOrd="0" destOrd="0" parTransId="{8170DBFD-FB98-E242-8610-F50B65032304}" sibTransId="{9D69101D-2F64-5945-91DF-1C1F1AE62377}"/>
    <dgm:cxn modelId="{886CE6F2-3718-4C42-B66D-62BBD0EB650A}" type="presOf" srcId="{21750BC7-3FE8-3F43-8F05-182020B010C3}" destId="{605C6166-B120-CC45-A4FA-06308FAD8E95}" srcOrd="0" destOrd="0" presId="urn:microsoft.com/office/officeart/2005/8/layout/hierarchy2"/>
    <dgm:cxn modelId="{4A95E4F5-591B-704C-AFA1-3EAD0D55BAC3}" type="presOf" srcId="{8D153793-0A50-B04D-B8ED-E601E37E93E9}" destId="{F8D74BB1-35EE-4640-8DA9-D968C48123B6}" srcOrd="0" destOrd="0" presId="urn:microsoft.com/office/officeart/2005/8/layout/hierarchy2"/>
    <dgm:cxn modelId="{8F7463F8-737F-AA4A-BFAB-21E709C8770A}" type="presOf" srcId="{8D49042F-1753-1244-944E-370A0E0F1056}" destId="{0580636D-62E9-8A42-9502-9D22E2115536}" srcOrd="0" destOrd="0" presId="urn:microsoft.com/office/officeart/2005/8/layout/hierarchy2"/>
    <dgm:cxn modelId="{10B4805C-EF1A-6041-B800-5D37102D9FDB}" type="presParOf" srcId="{63D569ED-39BD-3F44-A78B-9E588E779B3A}" destId="{4DB86EBA-B4FB-1A4E-846F-02727C5F6D8A}" srcOrd="0" destOrd="0" presId="urn:microsoft.com/office/officeart/2005/8/layout/hierarchy2"/>
    <dgm:cxn modelId="{2523A1A3-601B-934D-B98C-11483F85B8A6}" type="presParOf" srcId="{4DB86EBA-B4FB-1A4E-846F-02727C5F6D8A}" destId="{420E922A-94FC-8A44-B427-118E36993B58}" srcOrd="0" destOrd="0" presId="urn:microsoft.com/office/officeart/2005/8/layout/hierarchy2"/>
    <dgm:cxn modelId="{BC4B86CC-576D-F042-AB93-375593FD10F3}" type="presParOf" srcId="{4DB86EBA-B4FB-1A4E-846F-02727C5F6D8A}" destId="{B53EC82C-CC3A-234C-8A4A-FBEF347F74AF}" srcOrd="1" destOrd="0" presId="urn:microsoft.com/office/officeart/2005/8/layout/hierarchy2"/>
    <dgm:cxn modelId="{7B8C039D-8CDF-1A47-ACBA-608508B5839A}" type="presParOf" srcId="{B53EC82C-CC3A-234C-8A4A-FBEF347F74AF}" destId="{8F98374B-7F73-4048-A336-261BF352376A}" srcOrd="0" destOrd="0" presId="urn:microsoft.com/office/officeart/2005/8/layout/hierarchy2"/>
    <dgm:cxn modelId="{E6776865-49C6-6B4B-838A-F0E7A7C105F2}" type="presParOf" srcId="{8F98374B-7F73-4048-A336-261BF352376A}" destId="{FF25DF05-86B1-924B-ADD8-FCA0E6F9A408}" srcOrd="0" destOrd="0" presId="urn:microsoft.com/office/officeart/2005/8/layout/hierarchy2"/>
    <dgm:cxn modelId="{6B250BD0-C21E-A540-8D2C-E0F6DF3DFF70}" type="presParOf" srcId="{B53EC82C-CC3A-234C-8A4A-FBEF347F74AF}" destId="{70E5FBE0-8A05-F94C-8EE2-9E907C23F49B}" srcOrd="1" destOrd="0" presId="urn:microsoft.com/office/officeart/2005/8/layout/hierarchy2"/>
    <dgm:cxn modelId="{0EF92871-55BC-1A47-A291-6B3EB456BCB4}" type="presParOf" srcId="{70E5FBE0-8A05-F94C-8EE2-9E907C23F49B}" destId="{5D584CD6-162B-4D4E-9FBB-79DC95814B18}" srcOrd="0" destOrd="0" presId="urn:microsoft.com/office/officeart/2005/8/layout/hierarchy2"/>
    <dgm:cxn modelId="{9211054B-F16F-8E46-A261-9AEEAAE72E69}" type="presParOf" srcId="{70E5FBE0-8A05-F94C-8EE2-9E907C23F49B}" destId="{2F2A671B-4CEF-BD45-8D3D-C19FD0E4171A}" srcOrd="1" destOrd="0" presId="urn:microsoft.com/office/officeart/2005/8/layout/hierarchy2"/>
    <dgm:cxn modelId="{4B67BF0D-6343-2A4C-904F-D25CAB6D3F1C}" type="presParOf" srcId="{B53EC82C-CC3A-234C-8A4A-FBEF347F74AF}" destId="{894B3034-20B4-4A4A-9728-AA75CE104BD3}" srcOrd="2" destOrd="0" presId="urn:microsoft.com/office/officeart/2005/8/layout/hierarchy2"/>
    <dgm:cxn modelId="{2230F609-9F3E-0849-ADFB-206BB85725DE}" type="presParOf" srcId="{894B3034-20B4-4A4A-9728-AA75CE104BD3}" destId="{0DBF024D-D71D-654C-A61D-329E1BA0E3D7}" srcOrd="0" destOrd="0" presId="urn:microsoft.com/office/officeart/2005/8/layout/hierarchy2"/>
    <dgm:cxn modelId="{1CCF0C30-DE8F-B947-A557-CD9C339A3DBF}" type="presParOf" srcId="{B53EC82C-CC3A-234C-8A4A-FBEF347F74AF}" destId="{E5745506-F3A1-7242-8AC7-2DD52BBC4FE4}" srcOrd="3" destOrd="0" presId="urn:microsoft.com/office/officeart/2005/8/layout/hierarchy2"/>
    <dgm:cxn modelId="{9412E176-0525-C146-AFC7-DC1BB6D98E86}" type="presParOf" srcId="{E5745506-F3A1-7242-8AC7-2DD52BBC4FE4}" destId="{948DF34F-8D03-4646-BDAF-FE8F0E233D22}" srcOrd="0" destOrd="0" presId="urn:microsoft.com/office/officeart/2005/8/layout/hierarchy2"/>
    <dgm:cxn modelId="{B1E05DF2-E03A-234D-AF5E-3D9F1A97F781}" type="presParOf" srcId="{E5745506-F3A1-7242-8AC7-2DD52BBC4FE4}" destId="{3EF25BAE-E845-4F49-88D7-89F9BAB41FBC}" srcOrd="1" destOrd="0" presId="urn:microsoft.com/office/officeart/2005/8/layout/hierarchy2"/>
    <dgm:cxn modelId="{49DD40FD-9A35-F243-881C-2B9987588CB8}" type="presParOf" srcId="{B53EC82C-CC3A-234C-8A4A-FBEF347F74AF}" destId="{399BCDE1-ADDC-EB48-AD3C-49DE4B96E65F}" srcOrd="4" destOrd="0" presId="urn:microsoft.com/office/officeart/2005/8/layout/hierarchy2"/>
    <dgm:cxn modelId="{C86E6A63-A6CD-6540-9240-F99643D95CB7}" type="presParOf" srcId="{399BCDE1-ADDC-EB48-AD3C-49DE4B96E65F}" destId="{F68CAF40-7A47-094A-BCFF-38286A36F212}" srcOrd="0" destOrd="0" presId="urn:microsoft.com/office/officeart/2005/8/layout/hierarchy2"/>
    <dgm:cxn modelId="{49A367D6-3D55-F24C-BEA0-8EAA99507C49}" type="presParOf" srcId="{B53EC82C-CC3A-234C-8A4A-FBEF347F74AF}" destId="{49D3DE0A-080E-F446-A255-10A3FB58181B}" srcOrd="5" destOrd="0" presId="urn:microsoft.com/office/officeart/2005/8/layout/hierarchy2"/>
    <dgm:cxn modelId="{CD4256EF-7FD0-D34D-916E-CB40F7F42D69}" type="presParOf" srcId="{49D3DE0A-080E-F446-A255-10A3FB58181B}" destId="{0580636D-62E9-8A42-9502-9D22E2115536}" srcOrd="0" destOrd="0" presId="urn:microsoft.com/office/officeart/2005/8/layout/hierarchy2"/>
    <dgm:cxn modelId="{FAAB1072-61C0-E24D-86D3-F189ADFFDA61}" type="presParOf" srcId="{49D3DE0A-080E-F446-A255-10A3FB58181B}" destId="{DA60BA5F-562A-6849-8C73-ECEDFAF4FCFA}" srcOrd="1" destOrd="0" presId="urn:microsoft.com/office/officeart/2005/8/layout/hierarchy2"/>
    <dgm:cxn modelId="{32448B97-6AA5-1B4D-BD7F-8A880C0ED4A0}" type="presParOf" srcId="{B53EC82C-CC3A-234C-8A4A-FBEF347F74AF}" destId="{0CEF94B1-D28C-254D-80A3-542895B9169D}" srcOrd="6" destOrd="0" presId="urn:microsoft.com/office/officeart/2005/8/layout/hierarchy2"/>
    <dgm:cxn modelId="{539F8AA4-61B8-8D4D-856F-8CC174D6AA1E}" type="presParOf" srcId="{0CEF94B1-D28C-254D-80A3-542895B9169D}" destId="{633A16AC-8CFF-0D4A-AC9C-78CFD890B5DD}" srcOrd="0" destOrd="0" presId="urn:microsoft.com/office/officeart/2005/8/layout/hierarchy2"/>
    <dgm:cxn modelId="{7D61ED4C-DAEE-4F4C-ACCF-2256E21251E6}" type="presParOf" srcId="{B53EC82C-CC3A-234C-8A4A-FBEF347F74AF}" destId="{AFF40177-DD79-8142-B803-95A317FDDEED}" srcOrd="7" destOrd="0" presId="urn:microsoft.com/office/officeart/2005/8/layout/hierarchy2"/>
    <dgm:cxn modelId="{B728FCAE-4DE2-2649-B8C9-29BF24128D3C}" type="presParOf" srcId="{AFF40177-DD79-8142-B803-95A317FDDEED}" destId="{605C6166-B120-CC45-A4FA-06308FAD8E95}" srcOrd="0" destOrd="0" presId="urn:microsoft.com/office/officeart/2005/8/layout/hierarchy2"/>
    <dgm:cxn modelId="{BA50B85B-39F3-064A-A676-21A86427C5F0}" type="presParOf" srcId="{AFF40177-DD79-8142-B803-95A317FDDEED}" destId="{097B6BC5-2E86-4141-AFC0-474B29487B67}" srcOrd="1" destOrd="0" presId="urn:microsoft.com/office/officeart/2005/8/layout/hierarchy2"/>
    <dgm:cxn modelId="{2D4EB436-443D-F64A-8E28-696201BBCA96}" type="presParOf" srcId="{B53EC82C-CC3A-234C-8A4A-FBEF347F74AF}" destId="{173BB7A2-E97B-9A44-80D9-B243AAC83D2D}" srcOrd="8" destOrd="0" presId="urn:microsoft.com/office/officeart/2005/8/layout/hierarchy2"/>
    <dgm:cxn modelId="{5ADF2A32-666F-284A-9D89-8E9FFCEBD57E}" type="presParOf" srcId="{173BB7A2-E97B-9A44-80D9-B243AAC83D2D}" destId="{32F9E2F6-DDDE-334D-A5F1-9B0D29792B5D}" srcOrd="0" destOrd="0" presId="urn:microsoft.com/office/officeart/2005/8/layout/hierarchy2"/>
    <dgm:cxn modelId="{97105191-4F1C-E14C-8EFB-3254955B9934}" type="presParOf" srcId="{B53EC82C-CC3A-234C-8A4A-FBEF347F74AF}" destId="{0D0D7497-6FBE-454C-98E3-D9C69046430C}" srcOrd="9" destOrd="0" presId="urn:microsoft.com/office/officeart/2005/8/layout/hierarchy2"/>
    <dgm:cxn modelId="{587AD5AF-532D-0D46-AEBD-3FFB443F8427}" type="presParOf" srcId="{0D0D7497-6FBE-454C-98E3-D9C69046430C}" destId="{47DFC077-1A0D-3545-AE13-2AD611EBEAFE}" srcOrd="0" destOrd="0" presId="urn:microsoft.com/office/officeart/2005/8/layout/hierarchy2"/>
    <dgm:cxn modelId="{CEB4D7E0-2E7F-BB4F-9F19-05EE2C3AB988}" type="presParOf" srcId="{0D0D7497-6FBE-454C-98E3-D9C69046430C}" destId="{F7977A00-837C-0F4B-BF09-674D63DFEED6}" srcOrd="1" destOrd="0" presId="urn:microsoft.com/office/officeart/2005/8/layout/hierarchy2"/>
    <dgm:cxn modelId="{978A4AFA-A229-F747-B77E-050FAF103EC6}" type="presParOf" srcId="{B53EC82C-CC3A-234C-8A4A-FBEF347F74AF}" destId="{F8D74BB1-35EE-4640-8DA9-D968C48123B6}" srcOrd="10" destOrd="0" presId="urn:microsoft.com/office/officeart/2005/8/layout/hierarchy2"/>
    <dgm:cxn modelId="{A007FD78-C438-DA4A-99EB-8CFC9D2DAC2F}" type="presParOf" srcId="{F8D74BB1-35EE-4640-8DA9-D968C48123B6}" destId="{25F08C01-4EFF-C84B-AFCE-B14BECFD4B2E}" srcOrd="0" destOrd="0" presId="urn:microsoft.com/office/officeart/2005/8/layout/hierarchy2"/>
    <dgm:cxn modelId="{7D2E0A8B-4219-1A44-9CAA-10A5B20063BF}" type="presParOf" srcId="{B53EC82C-CC3A-234C-8A4A-FBEF347F74AF}" destId="{C31A5657-83AB-E045-988D-B44BA3CEEFD6}" srcOrd="11" destOrd="0" presId="urn:microsoft.com/office/officeart/2005/8/layout/hierarchy2"/>
    <dgm:cxn modelId="{4FACA813-5A03-7F47-B9F7-F44932FCEFC6}" type="presParOf" srcId="{C31A5657-83AB-E045-988D-B44BA3CEEFD6}" destId="{30BBD12E-9D6C-3143-B356-E4D542F7EF71}" srcOrd="0" destOrd="0" presId="urn:microsoft.com/office/officeart/2005/8/layout/hierarchy2"/>
    <dgm:cxn modelId="{33DC6E7A-9005-FD47-868D-15B12AF2B7AC}" type="presParOf" srcId="{C31A5657-83AB-E045-988D-B44BA3CEEFD6}" destId="{AB56E11C-259F-6444-A126-605E6C27CE49}" srcOrd="1" destOrd="0" presId="urn:microsoft.com/office/officeart/2005/8/layout/hierarchy2"/>
    <dgm:cxn modelId="{1A7E0FF7-84E6-5949-9089-9CC6E778585D}" type="presParOf" srcId="{B53EC82C-CC3A-234C-8A4A-FBEF347F74AF}" destId="{C1C20401-FDA9-C148-87A1-0BE8FDDC4913}" srcOrd="12" destOrd="0" presId="urn:microsoft.com/office/officeart/2005/8/layout/hierarchy2"/>
    <dgm:cxn modelId="{6E9BD8D6-2435-634A-8525-1FE4057B4F5C}" type="presParOf" srcId="{C1C20401-FDA9-C148-87A1-0BE8FDDC4913}" destId="{9F202D81-7873-CF4E-AD10-A4F8B0E8C6FD}" srcOrd="0" destOrd="0" presId="urn:microsoft.com/office/officeart/2005/8/layout/hierarchy2"/>
    <dgm:cxn modelId="{29FBDFE8-88C0-B147-9DA8-2DA9CC73FB66}" type="presParOf" srcId="{B53EC82C-CC3A-234C-8A4A-FBEF347F74AF}" destId="{FC12A745-4037-5D44-A4CA-C8884269452E}" srcOrd="13" destOrd="0" presId="urn:microsoft.com/office/officeart/2005/8/layout/hierarchy2"/>
    <dgm:cxn modelId="{5120E4D3-E65C-3140-998C-30816E04FB15}" type="presParOf" srcId="{FC12A745-4037-5D44-A4CA-C8884269452E}" destId="{CB790A72-0FCB-FE48-B90F-839C666D0F0A}" srcOrd="0" destOrd="0" presId="urn:microsoft.com/office/officeart/2005/8/layout/hierarchy2"/>
    <dgm:cxn modelId="{80028D21-96C2-D444-A157-944FF81C0A3A}" type="presParOf" srcId="{FC12A745-4037-5D44-A4CA-C8884269452E}" destId="{C6FA86D1-BD44-3F42-9F7E-332F1830071F}" srcOrd="1" destOrd="0" presId="urn:microsoft.com/office/officeart/2005/8/layout/hierarchy2"/>
    <dgm:cxn modelId="{7E8138D0-AB72-0642-9689-EEF7545E564A}" type="presParOf" srcId="{B53EC82C-CC3A-234C-8A4A-FBEF347F74AF}" destId="{7066DD12-5284-4646-B6A9-D46D56EC2072}" srcOrd="14" destOrd="0" presId="urn:microsoft.com/office/officeart/2005/8/layout/hierarchy2"/>
    <dgm:cxn modelId="{BAAFBC08-7E56-4C48-BE01-096BB20F55E1}" type="presParOf" srcId="{7066DD12-5284-4646-B6A9-D46D56EC2072}" destId="{0632A445-A429-F648-BEAA-CD9C768D7923}" srcOrd="0" destOrd="0" presId="urn:microsoft.com/office/officeart/2005/8/layout/hierarchy2"/>
    <dgm:cxn modelId="{B8F31E9E-8F4F-AA48-B4CC-2D147FB3E8F3}" type="presParOf" srcId="{B53EC82C-CC3A-234C-8A4A-FBEF347F74AF}" destId="{F96EEA95-A0E8-3948-B7EC-53B64AB119CA}" srcOrd="15" destOrd="0" presId="urn:microsoft.com/office/officeart/2005/8/layout/hierarchy2"/>
    <dgm:cxn modelId="{1425BC87-1059-984E-BDF2-B8DC977EF1E6}" type="presParOf" srcId="{F96EEA95-A0E8-3948-B7EC-53B64AB119CA}" destId="{FFF84A23-37D9-A042-A0D7-F98C9A784327}" srcOrd="0" destOrd="0" presId="urn:microsoft.com/office/officeart/2005/8/layout/hierarchy2"/>
    <dgm:cxn modelId="{0DEA3CE5-9231-5B42-BF12-ACDF97B29DE7}" type="presParOf" srcId="{F96EEA95-A0E8-3948-B7EC-53B64AB119CA}" destId="{08590829-8EFE-7744-A831-74E58238E2B0}" srcOrd="1" destOrd="0" presId="urn:microsoft.com/office/officeart/2005/8/layout/hierarchy2"/>
    <dgm:cxn modelId="{22B6662E-C8CC-1744-9BC5-471073CF0084}" type="presParOf" srcId="{B53EC82C-CC3A-234C-8A4A-FBEF347F74AF}" destId="{3EBD83AA-DB5A-B743-9FBB-2F19CCF533E0}" srcOrd="16" destOrd="0" presId="urn:microsoft.com/office/officeart/2005/8/layout/hierarchy2"/>
    <dgm:cxn modelId="{CA8B7218-5921-AA42-AF40-90002368695F}" type="presParOf" srcId="{3EBD83AA-DB5A-B743-9FBB-2F19CCF533E0}" destId="{6008539A-1697-6B49-8448-6776C47EEDBB}" srcOrd="0" destOrd="0" presId="urn:microsoft.com/office/officeart/2005/8/layout/hierarchy2"/>
    <dgm:cxn modelId="{76558B99-1E3F-F24D-9FD2-F91ED6B3E76B}" type="presParOf" srcId="{B53EC82C-CC3A-234C-8A4A-FBEF347F74AF}" destId="{EC95650D-5D9A-3D41-BC2D-2025B5C2E82D}" srcOrd="17" destOrd="0" presId="urn:microsoft.com/office/officeart/2005/8/layout/hierarchy2"/>
    <dgm:cxn modelId="{61BC7AA0-65CF-464E-AB88-0754EFC712D5}" type="presParOf" srcId="{EC95650D-5D9A-3D41-BC2D-2025B5C2E82D}" destId="{8B2404E5-D950-754C-8FBC-FB48A66FCB84}" srcOrd="0" destOrd="0" presId="urn:microsoft.com/office/officeart/2005/8/layout/hierarchy2"/>
    <dgm:cxn modelId="{0EDAF009-FC13-B14F-BB4E-41E7968306E8}" type="presParOf" srcId="{EC95650D-5D9A-3D41-BC2D-2025B5C2E82D}" destId="{102A3CDD-6B3C-804B-834E-CDA757762F90}" srcOrd="1" destOrd="0" presId="urn:microsoft.com/office/officeart/2005/8/layout/hierarchy2"/>
    <dgm:cxn modelId="{856AED1A-DF70-8B4C-9D63-212C04182C0D}" type="presParOf" srcId="{B53EC82C-CC3A-234C-8A4A-FBEF347F74AF}" destId="{B875C80E-A93B-A340-8180-65DA044EDB42}" srcOrd="18" destOrd="0" presId="urn:microsoft.com/office/officeart/2005/8/layout/hierarchy2"/>
    <dgm:cxn modelId="{9F822B32-D4A8-754E-9E03-C48BD2D22933}" type="presParOf" srcId="{B875C80E-A93B-A340-8180-65DA044EDB42}" destId="{9079F8F4-7DFF-EC4C-89AD-8CEEBC3D5BC0}" srcOrd="0" destOrd="0" presId="urn:microsoft.com/office/officeart/2005/8/layout/hierarchy2"/>
    <dgm:cxn modelId="{F3213F53-57E2-AD46-AB78-AF448D738A34}" type="presParOf" srcId="{B53EC82C-CC3A-234C-8A4A-FBEF347F74AF}" destId="{A9285C81-FBB5-E246-B1E1-D12B75F6FB01}" srcOrd="19" destOrd="0" presId="urn:microsoft.com/office/officeart/2005/8/layout/hierarchy2"/>
    <dgm:cxn modelId="{C0B0F6A9-627C-E04C-A4A9-729D46A54C82}" type="presParOf" srcId="{A9285C81-FBB5-E246-B1E1-D12B75F6FB01}" destId="{EE94BB7D-1815-C545-8672-A49F10D67465}" srcOrd="0" destOrd="0" presId="urn:microsoft.com/office/officeart/2005/8/layout/hierarchy2"/>
    <dgm:cxn modelId="{BD391F80-B621-D143-936B-3C9A14F57B3C}" type="presParOf" srcId="{A9285C81-FBB5-E246-B1E1-D12B75F6FB01}" destId="{7C673987-4493-BB40-844E-CE1E29D6C23F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69A015-3E43-C14F-8F82-DA3CA9C41B20}">
      <dsp:nvSpPr>
        <dsp:cNvPr id="0" name=""/>
        <dsp:cNvSpPr/>
      </dsp:nvSpPr>
      <dsp:spPr>
        <a:xfrm>
          <a:off x="2116" y="638307"/>
          <a:ext cx="2137833" cy="106891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Avoid</a:t>
          </a:r>
        </a:p>
      </dsp:txBody>
      <dsp:txXfrm>
        <a:off x="33423" y="669614"/>
        <a:ext cx="2075219" cy="1006302"/>
      </dsp:txXfrm>
    </dsp:sp>
    <dsp:sp modelId="{4A844693-709C-FE4E-A456-9B5654896ECA}">
      <dsp:nvSpPr>
        <dsp:cNvPr id="0" name=""/>
        <dsp:cNvSpPr/>
      </dsp:nvSpPr>
      <dsp:spPr>
        <a:xfrm>
          <a:off x="2116" y="1867561"/>
          <a:ext cx="2137833" cy="106891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Minimize</a:t>
          </a:r>
        </a:p>
      </dsp:txBody>
      <dsp:txXfrm>
        <a:off x="33423" y="1898868"/>
        <a:ext cx="2075219" cy="1006302"/>
      </dsp:txXfrm>
    </dsp:sp>
    <dsp:sp modelId="{82B5CFED-B48B-DD40-AAE4-0647F3B74C55}">
      <dsp:nvSpPr>
        <dsp:cNvPr id="0" name=""/>
        <dsp:cNvSpPr/>
      </dsp:nvSpPr>
      <dsp:spPr>
        <a:xfrm>
          <a:off x="2116" y="3096815"/>
          <a:ext cx="2137833" cy="106891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Mitigate</a:t>
          </a:r>
        </a:p>
      </dsp:txBody>
      <dsp:txXfrm>
        <a:off x="33423" y="3128122"/>
        <a:ext cx="2075219" cy="1006302"/>
      </dsp:txXfrm>
    </dsp:sp>
    <dsp:sp modelId="{0947E2CE-CDC6-9F46-BB3B-5F6131D80B96}">
      <dsp:nvSpPr>
        <dsp:cNvPr id="0" name=""/>
        <dsp:cNvSpPr/>
      </dsp:nvSpPr>
      <dsp:spPr>
        <a:xfrm rot="19457599">
          <a:off x="2040966" y="3306206"/>
          <a:ext cx="1053099" cy="35507"/>
        </a:xfrm>
        <a:custGeom>
          <a:avLst/>
          <a:gdLst/>
          <a:ahLst/>
          <a:cxnLst/>
          <a:rect l="0" t="0" r="0" b="0"/>
          <a:pathLst>
            <a:path>
              <a:moveTo>
                <a:pt x="0" y="17753"/>
              </a:moveTo>
              <a:lnTo>
                <a:pt x="1053099" y="17753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541189" y="3297633"/>
        <a:ext cx="52654" cy="52654"/>
      </dsp:txXfrm>
    </dsp:sp>
    <dsp:sp modelId="{9B1C5A79-A467-CF41-9ABE-B5194EEA8A9A}">
      <dsp:nvSpPr>
        <dsp:cNvPr id="0" name=""/>
        <dsp:cNvSpPr/>
      </dsp:nvSpPr>
      <dsp:spPr>
        <a:xfrm>
          <a:off x="2995083" y="2482188"/>
          <a:ext cx="2137833" cy="106891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Improve income</a:t>
          </a:r>
        </a:p>
      </dsp:txBody>
      <dsp:txXfrm>
        <a:off x="3026390" y="2513495"/>
        <a:ext cx="2075219" cy="1006302"/>
      </dsp:txXfrm>
    </dsp:sp>
    <dsp:sp modelId="{BC5060CD-661C-4949-A542-A415D2B2EB2F}">
      <dsp:nvSpPr>
        <dsp:cNvPr id="0" name=""/>
        <dsp:cNvSpPr/>
      </dsp:nvSpPr>
      <dsp:spPr>
        <a:xfrm rot="18289469">
          <a:off x="4811764" y="2384266"/>
          <a:ext cx="1497437" cy="35507"/>
        </a:xfrm>
        <a:custGeom>
          <a:avLst/>
          <a:gdLst/>
          <a:ahLst/>
          <a:cxnLst/>
          <a:rect l="0" t="0" r="0" b="0"/>
          <a:pathLst>
            <a:path>
              <a:moveTo>
                <a:pt x="0" y="17753"/>
              </a:moveTo>
              <a:lnTo>
                <a:pt x="1497437" y="17753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523047" y="2364584"/>
        <a:ext cx="74871" cy="74871"/>
      </dsp:txXfrm>
    </dsp:sp>
    <dsp:sp modelId="{B6B225ED-0131-CF49-9869-B1A64A81B41F}">
      <dsp:nvSpPr>
        <dsp:cNvPr id="0" name=""/>
        <dsp:cNvSpPr/>
      </dsp:nvSpPr>
      <dsp:spPr>
        <a:xfrm>
          <a:off x="5988050" y="1252934"/>
          <a:ext cx="2137833" cy="106891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Improve affected fishery/grounds</a:t>
          </a:r>
        </a:p>
      </dsp:txBody>
      <dsp:txXfrm>
        <a:off x="6019357" y="1284241"/>
        <a:ext cx="2075219" cy="1006302"/>
      </dsp:txXfrm>
    </dsp:sp>
    <dsp:sp modelId="{B875C80E-A93B-A340-8180-65DA044EDB42}">
      <dsp:nvSpPr>
        <dsp:cNvPr id="0" name=""/>
        <dsp:cNvSpPr/>
      </dsp:nvSpPr>
      <dsp:spPr>
        <a:xfrm>
          <a:off x="5132916" y="2998893"/>
          <a:ext cx="855133" cy="35507"/>
        </a:xfrm>
        <a:custGeom>
          <a:avLst/>
          <a:gdLst/>
          <a:ahLst/>
          <a:cxnLst/>
          <a:rect l="0" t="0" r="0" b="0"/>
          <a:pathLst>
            <a:path>
              <a:moveTo>
                <a:pt x="0" y="17753"/>
              </a:moveTo>
              <a:lnTo>
                <a:pt x="855133" y="17753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539105" y="2995268"/>
        <a:ext cx="42756" cy="42756"/>
      </dsp:txXfrm>
    </dsp:sp>
    <dsp:sp modelId="{EE94BB7D-1815-C545-8672-A49F10D67465}">
      <dsp:nvSpPr>
        <dsp:cNvPr id="0" name=""/>
        <dsp:cNvSpPr/>
      </dsp:nvSpPr>
      <dsp:spPr>
        <a:xfrm>
          <a:off x="5988050" y="2482188"/>
          <a:ext cx="2137833" cy="106891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Improve unaffected fishery/grounds</a:t>
          </a:r>
        </a:p>
      </dsp:txBody>
      <dsp:txXfrm>
        <a:off x="6019357" y="2513495"/>
        <a:ext cx="2075219" cy="1006302"/>
      </dsp:txXfrm>
    </dsp:sp>
    <dsp:sp modelId="{AE7DE3A8-2DFF-9B40-887B-B26586BE997E}">
      <dsp:nvSpPr>
        <dsp:cNvPr id="0" name=""/>
        <dsp:cNvSpPr/>
      </dsp:nvSpPr>
      <dsp:spPr>
        <a:xfrm rot="3310531">
          <a:off x="4811764" y="3613520"/>
          <a:ext cx="1497437" cy="35507"/>
        </a:xfrm>
        <a:custGeom>
          <a:avLst/>
          <a:gdLst/>
          <a:ahLst/>
          <a:cxnLst/>
          <a:rect l="0" t="0" r="0" b="0"/>
          <a:pathLst>
            <a:path>
              <a:moveTo>
                <a:pt x="0" y="17753"/>
              </a:moveTo>
              <a:lnTo>
                <a:pt x="1497437" y="17753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523047" y="3593838"/>
        <a:ext cx="74871" cy="74871"/>
      </dsp:txXfrm>
    </dsp:sp>
    <dsp:sp modelId="{B5969F6F-EA10-2346-845F-3750AF54CB60}">
      <dsp:nvSpPr>
        <dsp:cNvPr id="0" name=""/>
        <dsp:cNvSpPr/>
      </dsp:nvSpPr>
      <dsp:spPr>
        <a:xfrm>
          <a:off x="5988050" y="3711442"/>
          <a:ext cx="2137833" cy="106891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Improve other source of income</a:t>
          </a:r>
        </a:p>
      </dsp:txBody>
      <dsp:txXfrm>
        <a:off x="6019357" y="3742749"/>
        <a:ext cx="2075219" cy="1006302"/>
      </dsp:txXfrm>
    </dsp:sp>
    <dsp:sp modelId="{A8B9E073-4891-314D-BFC5-D22A1592D001}">
      <dsp:nvSpPr>
        <dsp:cNvPr id="0" name=""/>
        <dsp:cNvSpPr/>
      </dsp:nvSpPr>
      <dsp:spPr>
        <a:xfrm rot="2142401">
          <a:off x="2040966" y="3920833"/>
          <a:ext cx="1053099" cy="35507"/>
        </a:xfrm>
        <a:custGeom>
          <a:avLst/>
          <a:gdLst/>
          <a:ahLst/>
          <a:cxnLst/>
          <a:rect l="0" t="0" r="0" b="0"/>
          <a:pathLst>
            <a:path>
              <a:moveTo>
                <a:pt x="0" y="17753"/>
              </a:moveTo>
              <a:lnTo>
                <a:pt x="1053099" y="17753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541189" y="3912260"/>
        <a:ext cx="52654" cy="52654"/>
      </dsp:txXfrm>
    </dsp:sp>
    <dsp:sp modelId="{B7C8A33C-475E-2D4C-AC94-56DB94879F9D}">
      <dsp:nvSpPr>
        <dsp:cNvPr id="0" name=""/>
        <dsp:cNvSpPr/>
      </dsp:nvSpPr>
      <dsp:spPr>
        <a:xfrm>
          <a:off x="2995083" y="3711442"/>
          <a:ext cx="2137833" cy="106891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Improve quality of life</a:t>
          </a:r>
        </a:p>
      </dsp:txBody>
      <dsp:txXfrm>
        <a:off x="3026390" y="3742749"/>
        <a:ext cx="2075219" cy="100630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69A015-3E43-C14F-8F82-DA3CA9C41B20}">
      <dsp:nvSpPr>
        <dsp:cNvPr id="0" name=""/>
        <dsp:cNvSpPr/>
      </dsp:nvSpPr>
      <dsp:spPr>
        <a:xfrm>
          <a:off x="1584060" y="2607989"/>
          <a:ext cx="953822" cy="47691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Avoid</a:t>
          </a:r>
        </a:p>
      </dsp:txBody>
      <dsp:txXfrm>
        <a:off x="1598028" y="2621957"/>
        <a:ext cx="925886" cy="448975"/>
      </dsp:txXfrm>
    </dsp:sp>
    <dsp:sp modelId="{4A844693-709C-FE4E-A456-9B5654896ECA}">
      <dsp:nvSpPr>
        <dsp:cNvPr id="0" name=""/>
        <dsp:cNvSpPr/>
      </dsp:nvSpPr>
      <dsp:spPr>
        <a:xfrm>
          <a:off x="1584060" y="3156438"/>
          <a:ext cx="953822" cy="47691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Minimize</a:t>
          </a:r>
        </a:p>
      </dsp:txBody>
      <dsp:txXfrm>
        <a:off x="1598028" y="3170406"/>
        <a:ext cx="925886" cy="448975"/>
      </dsp:txXfrm>
    </dsp:sp>
    <dsp:sp modelId="{82B5CFED-B48B-DD40-AAE4-0647F3B74C55}">
      <dsp:nvSpPr>
        <dsp:cNvPr id="0" name=""/>
        <dsp:cNvSpPr/>
      </dsp:nvSpPr>
      <dsp:spPr>
        <a:xfrm>
          <a:off x="1584060" y="3704886"/>
          <a:ext cx="953822" cy="47691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Mitigate</a:t>
          </a:r>
        </a:p>
      </dsp:txBody>
      <dsp:txXfrm>
        <a:off x="1598028" y="3718854"/>
        <a:ext cx="925886" cy="448975"/>
      </dsp:txXfrm>
    </dsp:sp>
    <dsp:sp modelId="{0947E2CE-CDC6-9F46-BB3B-5F6131D80B96}">
      <dsp:nvSpPr>
        <dsp:cNvPr id="0" name=""/>
        <dsp:cNvSpPr/>
      </dsp:nvSpPr>
      <dsp:spPr>
        <a:xfrm rot="19457599">
          <a:off x="2493720" y="3798308"/>
          <a:ext cx="469854" cy="15842"/>
        </a:xfrm>
        <a:custGeom>
          <a:avLst/>
          <a:gdLst/>
          <a:ahLst/>
          <a:cxnLst/>
          <a:rect l="0" t="0" r="0" b="0"/>
          <a:pathLst>
            <a:path>
              <a:moveTo>
                <a:pt x="0" y="7921"/>
              </a:moveTo>
              <a:lnTo>
                <a:pt x="469854" y="7921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716901" y="3794483"/>
        <a:ext cx="23492" cy="23492"/>
      </dsp:txXfrm>
    </dsp:sp>
    <dsp:sp modelId="{9B1C5A79-A467-CF41-9ABE-B5194EEA8A9A}">
      <dsp:nvSpPr>
        <dsp:cNvPr id="0" name=""/>
        <dsp:cNvSpPr/>
      </dsp:nvSpPr>
      <dsp:spPr>
        <a:xfrm>
          <a:off x="2919412" y="3430662"/>
          <a:ext cx="953822" cy="47691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Improve income</a:t>
          </a:r>
        </a:p>
      </dsp:txBody>
      <dsp:txXfrm>
        <a:off x="2933380" y="3444630"/>
        <a:ext cx="925886" cy="448975"/>
      </dsp:txXfrm>
    </dsp:sp>
    <dsp:sp modelId="{BC5060CD-661C-4949-A542-A415D2B2EB2F}">
      <dsp:nvSpPr>
        <dsp:cNvPr id="0" name=""/>
        <dsp:cNvSpPr/>
      </dsp:nvSpPr>
      <dsp:spPr>
        <a:xfrm rot="17051759">
          <a:off x="3286129" y="2907080"/>
          <a:ext cx="1555740" cy="15842"/>
        </a:xfrm>
        <a:custGeom>
          <a:avLst/>
          <a:gdLst/>
          <a:ahLst/>
          <a:cxnLst/>
          <a:rect l="0" t="0" r="0" b="0"/>
          <a:pathLst>
            <a:path>
              <a:moveTo>
                <a:pt x="0" y="7921"/>
              </a:moveTo>
              <a:lnTo>
                <a:pt x="1555740" y="7921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025106" y="2876108"/>
        <a:ext cx="77787" cy="77787"/>
      </dsp:txXfrm>
    </dsp:sp>
    <dsp:sp modelId="{B6B225ED-0131-CF49-9869-B1A64A81B41F}">
      <dsp:nvSpPr>
        <dsp:cNvPr id="0" name=""/>
        <dsp:cNvSpPr/>
      </dsp:nvSpPr>
      <dsp:spPr>
        <a:xfrm>
          <a:off x="4254764" y="1922429"/>
          <a:ext cx="953822" cy="47691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Improve affected fishery/grounds</a:t>
          </a:r>
        </a:p>
      </dsp:txBody>
      <dsp:txXfrm>
        <a:off x="4268732" y="1936397"/>
        <a:ext cx="925886" cy="448975"/>
      </dsp:txXfrm>
    </dsp:sp>
    <dsp:sp modelId="{8F98374B-7F73-4048-A336-261BF352376A}">
      <dsp:nvSpPr>
        <dsp:cNvPr id="0" name=""/>
        <dsp:cNvSpPr/>
      </dsp:nvSpPr>
      <dsp:spPr>
        <a:xfrm rot="16874489">
          <a:off x="4420793" y="1193179"/>
          <a:ext cx="1957117" cy="15842"/>
        </a:xfrm>
        <a:custGeom>
          <a:avLst/>
          <a:gdLst/>
          <a:ahLst/>
          <a:cxnLst/>
          <a:rect l="0" t="0" r="0" b="0"/>
          <a:pathLst>
            <a:path>
              <a:moveTo>
                <a:pt x="0" y="7921"/>
              </a:moveTo>
              <a:lnTo>
                <a:pt x="1957117" y="7921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>
        <a:off x="5350424" y="1152172"/>
        <a:ext cx="97855" cy="97855"/>
      </dsp:txXfrm>
    </dsp:sp>
    <dsp:sp modelId="{5D584CD6-162B-4D4E-9FBB-79DC95814B18}">
      <dsp:nvSpPr>
        <dsp:cNvPr id="0" name=""/>
        <dsp:cNvSpPr/>
      </dsp:nvSpPr>
      <dsp:spPr>
        <a:xfrm>
          <a:off x="5590116" y="2860"/>
          <a:ext cx="953822" cy="47691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Compensate for impacts</a:t>
          </a:r>
        </a:p>
      </dsp:txBody>
      <dsp:txXfrm>
        <a:off x="5604084" y="16828"/>
        <a:ext cx="925886" cy="448975"/>
      </dsp:txXfrm>
    </dsp:sp>
    <dsp:sp modelId="{894B3034-20B4-4A4A-9728-AA75CE104BD3}">
      <dsp:nvSpPr>
        <dsp:cNvPr id="0" name=""/>
        <dsp:cNvSpPr/>
      </dsp:nvSpPr>
      <dsp:spPr>
        <a:xfrm rot="17132988">
          <a:off x="4687745" y="1467403"/>
          <a:ext cx="1423213" cy="15842"/>
        </a:xfrm>
        <a:custGeom>
          <a:avLst/>
          <a:gdLst/>
          <a:ahLst/>
          <a:cxnLst/>
          <a:rect l="0" t="0" r="0" b="0"/>
          <a:pathLst>
            <a:path>
              <a:moveTo>
                <a:pt x="0" y="7921"/>
              </a:moveTo>
              <a:lnTo>
                <a:pt x="1423213" y="7921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363771" y="1439744"/>
        <a:ext cx="71160" cy="71160"/>
      </dsp:txXfrm>
    </dsp:sp>
    <dsp:sp modelId="{948DF34F-8D03-4646-BDAF-FE8F0E233D22}">
      <dsp:nvSpPr>
        <dsp:cNvPr id="0" name=""/>
        <dsp:cNvSpPr/>
      </dsp:nvSpPr>
      <dsp:spPr>
        <a:xfrm>
          <a:off x="5590116" y="551309"/>
          <a:ext cx="953822" cy="47691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Subsidize costs of fishing</a:t>
          </a:r>
        </a:p>
      </dsp:txBody>
      <dsp:txXfrm>
        <a:off x="5604084" y="565277"/>
        <a:ext cx="925886" cy="448975"/>
      </dsp:txXfrm>
    </dsp:sp>
    <dsp:sp modelId="{399BCDE1-ADDC-EB48-AD3C-49DE4B96E65F}">
      <dsp:nvSpPr>
        <dsp:cNvPr id="0" name=""/>
        <dsp:cNvSpPr/>
      </dsp:nvSpPr>
      <dsp:spPr>
        <a:xfrm rot="17692822">
          <a:off x="4945933" y="1741627"/>
          <a:ext cx="906837" cy="15842"/>
        </a:xfrm>
        <a:custGeom>
          <a:avLst/>
          <a:gdLst/>
          <a:ahLst/>
          <a:cxnLst/>
          <a:rect l="0" t="0" r="0" b="0"/>
          <a:pathLst>
            <a:path>
              <a:moveTo>
                <a:pt x="0" y="7921"/>
              </a:moveTo>
              <a:lnTo>
                <a:pt x="906837" y="7921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376681" y="1726878"/>
        <a:ext cx="45341" cy="45341"/>
      </dsp:txXfrm>
    </dsp:sp>
    <dsp:sp modelId="{0580636D-62E9-8A42-9502-9D22E2115536}">
      <dsp:nvSpPr>
        <dsp:cNvPr id="0" name=""/>
        <dsp:cNvSpPr/>
      </dsp:nvSpPr>
      <dsp:spPr>
        <a:xfrm>
          <a:off x="5590116" y="1099757"/>
          <a:ext cx="953822" cy="47691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Subsidize port infrastructure</a:t>
          </a:r>
        </a:p>
      </dsp:txBody>
      <dsp:txXfrm>
        <a:off x="5604084" y="1113725"/>
        <a:ext cx="925886" cy="448975"/>
      </dsp:txXfrm>
    </dsp:sp>
    <dsp:sp modelId="{0CEF94B1-D28C-254D-80A3-542895B9169D}">
      <dsp:nvSpPr>
        <dsp:cNvPr id="0" name=""/>
        <dsp:cNvSpPr/>
      </dsp:nvSpPr>
      <dsp:spPr>
        <a:xfrm rot="19457599">
          <a:off x="5164424" y="2015852"/>
          <a:ext cx="469854" cy="15842"/>
        </a:xfrm>
        <a:custGeom>
          <a:avLst/>
          <a:gdLst/>
          <a:ahLst/>
          <a:cxnLst/>
          <a:rect l="0" t="0" r="0" b="0"/>
          <a:pathLst>
            <a:path>
              <a:moveTo>
                <a:pt x="0" y="7921"/>
              </a:moveTo>
              <a:lnTo>
                <a:pt x="469854" y="7921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387605" y="2012026"/>
        <a:ext cx="23492" cy="23492"/>
      </dsp:txXfrm>
    </dsp:sp>
    <dsp:sp modelId="{605C6166-B120-CC45-A4FA-06308FAD8E95}">
      <dsp:nvSpPr>
        <dsp:cNvPr id="0" name=""/>
        <dsp:cNvSpPr/>
      </dsp:nvSpPr>
      <dsp:spPr>
        <a:xfrm>
          <a:off x="5590116" y="1648205"/>
          <a:ext cx="953822" cy="47691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Support seafood marketing</a:t>
          </a:r>
        </a:p>
      </dsp:txBody>
      <dsp:txXfrm>
        <a:off x="5604084" y="1662173"/>
        <a:ext cx="925886" cy="448975"/>
      </dsp:txXfrm>
    </dsp:sp>
    <dsp:sp modelId="{173BB7A2-E97B-9A44-80D9-B243AAC83D2D}">
      <dsp:nvSpPr>
        <dsp:cNvPr id="0" name=""/>
        <dsp:cNvSpPr/>
      </dsp:nvSpPr>
      <dsp:spPr>
        <a:xfrm rot="2142401">
          <a:off x="5164424" y="2290076"/>
          <a:ext cx="469854" cy="15842"/>
        </a:xfrm>
        <a:custGeom>
          <a:avLst/>
          <a:gdLst/>
          <a:ahLst/>
          <a:cxnLst/>
          <a:rect l="0" t="0" r="0" b="0"/>
          <a:pathLst>
            <a:path>
              <a:moveTo>
                <a:pt x="0" y="7921"/>
              </a:moveTo>
              <a:lnTo>
                <a:pt x="469854" y="7921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387605" y="2286250"/>
        <a:ext cx="23492" cy="23492"/>
      </dsp:txXfrm>
    </dsp:sp>
    <dsp:sp modelId="{47DFC077-1A0D-3545-AE13-2AD611EBEAFE}">
      <dsp:nvSpPr>
        <dsp:cNvPr id="0" name=""/>
        <dsp:cNvSpPr/>
      </dsp:nvSpPr>
      <dsp:spPr>
        <a:xfrm>
          <a:off x="5590116" y="2196653"/>
          <a:ext cx="953822" cy="47691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Support advocacy</a:t>
          </a:r>
        </a:p>
      </dsp:txBody>
      <dsp:txXfrm>
        <a:off x="5604084" y="2210621"/>
        <a:ext cx="925886" cy="448975"/>
      </dsp:txXfrm>
    </dsp:sp>
    <dsp:sp modelId="{F8D74BB1-35EE-4640-8DA9-D968C48123B6}">
      <dsp:nvSpPr>
        <dsp:cNvPr id="0" name=""/>
        <dsp:cNvSpPr/>
      </dsp:nvSpPr>
      <dsp:spPr>
        <a:xfrm rot="3907178">
          <a:off x="4945933" y="2564300"/>
          <a:ext cx="906837" cy="15842"/>
        </a:xfrm>
        <a:custGeom>
          <a:avLst/>
          <a:gdLst/>
          <a:ahLst/>
          <a:cxnLst/>
          <a:rect l="0" t="0" r="0" b="0"/>
          <a:pathLst>
            <a:path>
              <a:moveTo>
                <a:pt x="0" y="7921"/>
              </a:moveTo>
              <a:lnTo>
                <a:pt x="906837" y="7921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376681" y="2549550"/>
        <a:ext cx="45341" cy="45341"/>
      </dsp:txXfrm>
    </dsp:sp>
    <dsp:sp modelId="{30BBD12E-9D6C-3143-B356-E4D542F7EF71}">
      <dsp:nvSpPr>
        <dsp:cNvPr id="0" name=""/>
        <dsp:cNvSpPr/>
      </dsp:nvSpPr>
      <dsp:spPr>
        <a:xfrm>
          <a:off x="5590116" y="2745101"/>
          <a:ext cx="953822" cy="47691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Support information sharing</a:t>
          </a:r>
        </a:p>
      </dsp:txBody>
      <dsp:txXfrm>
        <a:off x="5604084" y="2759069"/>
        <a:ext cx="925886" cy="448975"/>
      </dsp:txXfrm>
    </dsp:sp>
    <dsp:sp modelId="{C1C20401-FDA9-C148-87A1-0BE8FDDC4913}">
      <dsp:nvSpPr>
        <dsp:cNvPr id="0" name=""/>
        <dsp:cNvSpPr/>
      </dsp:nvSpPr>
      <dsp:spPr>
        <a:xfrm rot="4467012">
          <a:off x="4687745" y="2838524"/>
          <a:ext cx="1423213" cy="15842"/>
        </a:xfrm>
        <a:custGeom>
          <a:avLst/>
          <a:gdLst/>
          <a:ahLst/>
          <a:cxnLst/>
          <a:rect l="0" t="0" r="0" b="0"/>
          <a:pathLst>
            <a:path>
              <a:moveTo>
                <a:pt x="0" y="7921"/>
              </a:moveTo>
              <a:lnTo>
                <a:pt x="1423213" y="7921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363771" y="2810865"/>
        <a:ext cx="71160" cy="71160"/>
      </dsp:txXfrm>
    </dsp:sp>
    <dsp:sp modelId="{CB790A72-0FCB-FE48-B90F-839C666D0F0A}">
      <dsp:nvSpPr>
        <dsp:cNvPr id="0" name=""/>
        <dsp:cNvSpPr/>
      </dsp:nvSpPr>
      <dsp:spPr>
        <a:xfrm>
          <a:off x="5590116" y="3293550"/>
          <a:ext cx="953822" cy="47691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Enhance stocks or habitats</a:t>
          </a:r>
        </a:p>
      </dsp:txBody>
      <dsp:txXfrm>
        <a:off x="5604084" y="3307518"/>
        <a:ext cx="925886" cy="448975"/>
      </dsp:txXfrm>
    </dsp:sp>
    <dsp:sp modelId="{3EBD83AA-DB5A-B743-9FBB-2F19CCF533E0}">
      <dsp:nvSpPr>
        <dsp:cNvPr id="0" name=""/>
        <dsp:cNvSpPr/>
      </dsp:nvSpPr>
      <dsp:spPr>
        <a:xfrm rot="4725511">
          <a:off x="4420793" y="3112748"/>
          <a:ext cx="1957117" cy="15842"/>
        </a:xfrm>
        <a:custGeom>
          <a:avLst/>
          <a:gdLst/>
          <a:ahLst/>
          <a:cxnLst/>
          <a:rect l="0" t="0" r="0" b="0"/>
          <a:pathLst>
            <a:path>
              <a:moveTo>
                <a:pt x="0" y="7921"/>
              </a:moveTo>
              <a:lnTo>
                <a:pt x="1957117" y="7921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>
        <a:off x="5350424" y="3071741"/>
        <a:ext cx="97855" cy="97855"/>
      </dsp:txXfrm>
    </dsp:sp>
    <dsp:sp modelId="{8B2404E5-D950-754C-8FBC-FB48A66FCB84}">
      <dsp:nvSpPr>
        <dsp:cNvPr id="0" name=""/>
        <dsp:cNvSpPr/>
      </dsp:nvSpPr>
      <dsp:spPr>
        <a:xfrm>
          <a:off x="5590116" y="3841998"/>
          <a:ext cx="953822" cy="47691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5604084" y="3855966"/>
        <a:ext cx="925886" cy="448975"/>
      </dsp:txXfrm>
    </dsp:sp>
    <dsp:sp modelId="{B875C80E-A93B-A340-8180-65DA044EDB42}">
      <dsp:nvSpPr>
        <dsp:cNvPr id="0" name=""/>
        <dsp:cNvSpPr/>
      </dsp:nvSpPr>
      <dsp:spPr>
        <a:xfrm rot="4099285">
          <a:off x="3547581" y="4141088"/>
          <a:ext cx="1032836" cy="15842"/>
        </a:xfrm>
        <a:custGeom>
          <a:avLst/>
          <a:gdLst/>
          <a:ahLst/>
          <a:cxnLst/>
          <a:rect l="0" t="0" r="0" b="0"/>
          <a:pathLst>
            <a:path>
              <a:moveTo>
                <a:pt x="0" y="7921"/>
              </a:moveTo>
              <a:lnTo>
                <a:pt x="1032836" y="7921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038179" y="4123189"/>
        <a:ext cx="51641" cy="51641"/>
      </dsp:txXfrm>
    </dsp:sp>
    <dsp:sp modelId="{EE94BB7D-1815-C545-8672-A49F10D67465}">
      <dsp:nvSpPr>
        <dsp:cNvPr id="0" name=""/>
        <dsp:cNvSpPr/>
      </dsp:nvSpPr>
      <dsp:spPr>
        <a:xfrm>
          <a:off x="4254764" y="4390446"/>
          <a:ext cx="953822" cy="47691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Improve unaffected fishery/grounds</a:t>
          </a:r>
        </a:p>
      </dsp:txBody>
      <dsp:txXfrm>
        <a:off x="4268732" y="4404414"/>
        <a:ext cx="925886" cy="448975"/>
      </dsp:txXfrm>
    </dsp:sp>
    <dsp:sp modelId="{E6EF00F6-E7ED-0645-A33B-92B6A0523651}">
      <dsp:nvSpPr>
        <dsp:cNvPr id="0" name=""/>
        <dsp:cNvSpPr/>
      </dsp:nvSpPr>
      <dsp:spPr>
        <a:xfrm>
          <a:off x="5208587" y="4620981"/>
          <a:ext cx="381529" cy="15842"/>
        </a:xfrm>
        <a:custGeom>
          <a:avLst/>
          <a:gdLst/>
          <a:ahLst/>
          <a:cxnLst/>
          <a:rect l="0" t="0" r="0" b="0"/>
          <a:pathLst>
            <a:path>
              <a:moveTo>
                <a:pt x="0" y="7921"/>
              </a:moveTo>
              <a:lnTo>
                <a:pt x="381529" y="7921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389813" y="4619364"/>
        <a:ext cx="19076" cy="19076"/>
      </dsp:txXfrm>
    </dsp:sp>
    <dsp:sp modelId="{8A028B84-C556-E444-934C-F7F20535FBAB}">
      <dsp:nvSpPr>
        <dsp:cNvPr id="0" name=""/>
        <dsp:cNvSpPr/>
      </dsp:nvSpPr>
      <dsp:spPr>
        <a:xfrm>
          <a:off x="5590116" y="4390446"/>
          <a:ext cx="953822" cy="47691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Provide training for alternate fisheries</a:t>
          </a:r>
        </a:p>
      </dsp:txBody>
      <dsp:txXfrm>
        <a:off x="5604084" y="4404414"/>
        <a:ext cx="925886" cy="448975"/>
      </dsp:txXfrm>
    </dsp:sp>
    <dsp:sp modelId="{AE7DE3A8-2DFF-9B40-887B-B26586BE997E}">
      <dsp:nvSpPr>
        <dsp:cNvPr id="0" name=""/>
        <dsp:cNvSpPr/>
      </dsp:nvSpPr>
      <dsp:spPr>
        <a:xfrm rot="4548241">
          <a:off x="3286129" y="4415313"/>
          <a:ext cx="1555740" cy="15842"/>
        </a:xfrm>
        <a:custGeom>
          <a:avLst/>
          <a:gdLst/>
          <a:ahLst/>
          <a:cxnLst/>
          <a:rect l="0" t="0" r="0" b="0"/>
          <a:pathLst>
            <a:path>
              <a:moveTo>
                <a:pt x="0" y="7921"/>
              </a:moveTo>
              <a:lnTo>
                <a:pt x="1555740" y="7921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025106" y="4384340"/>
        <a:ext cx="77787" cy="77787"/>
      </dsp:txXfrm>
    </dsp:sp>
    <dsp:sp modelId="{B5969F6F-EA10-2346-845F-3750AF54CB60}">
      <dsp:nvSpPr>
        <dsp:cNvPr id="0" name=""/>
        <dsp:cNvSpPr/>
      </dsp:nvSpPr>
      <dsp:spPr>
        <a:xfrm>
          <a:off x="4254764" y="4938894"/>
          <a:ext cx="953822" cy="47691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Improve other source of income</a:t>
          </a:r>
        </a:p>
      </dsp:txBody>
      <dsp:txXfrm>
        <a:off x="4268732" y="4952862"/>
        <a:ext cx="925886" cy="448975"/>
      </dsp:txXfrm>
    </dsp:sp>
    <dsp:sp modelId="{41284491-DC90-A349-9946-988853351745}">
      <dsp:nvSpPr>
        <dsp:cNvPr id="0" name=""/>
        <dsp:cNvSpPr/>
      </dsp:nvSpPr>
      <dsp:spPr>
        <a:xfrm>
          <a:off x="5208587" y="5169429"/>
          <a:ext cx="381529" cy="15842"/>
        </a:xfrm>
        <a:custGeom>
          <a:avLst/>
          <a:gdLst/>
          <a:ahLst/>
          <a:cxnLst/>
          <a:rect l="0" t="0" r="0" b="0"/>
          <a:pathLst>
            <a:path>
              <a:moveTo>
                <a:pt x="0" y="7921"/>
              </a:moveTo>
              <a:lnTo>
                <a:pt x="381529" y="7921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389813" y="5167812"/>
        <a:ext cx="19076" cy="19076"/>
      </dsp:txXfrm>
    </dsp:sp>
    <dsp:sp modelId="{A8119C41-570E-F548-BAC0-E4E7E0E0B6A3}">
      <dsp:nvSpPr>
        <dsp:cNvPr id="0" name=""/>
        <dsp:cNvSpPr/>
      </dsp:nvSpPr>
      <dsp:spPr>
        <a:xfrm>
          <a:off x="5590116" y="4938894"/>
          <a:ext cx="953822" cy="47691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Provide training for alternate jobs</a:t>
          </a:r>
        </a:p>
      </dsp:txBody>
      <dsp:txXfrm>
        <a:off x="5604084" y="4952862"/>
        <a:ext cx="925886" cy="448975"/>
      </dsp:txXfrm>
    </dsp:sp>
    <dsp:sp modelId="{A8B9E073-4891-314D-BFC5-D22A1592D001}">
      <dsp:nvSpPr>
        <dsp:cNvPr id="0" name=""/>
        <dsp:cNvSpPr/>
      </dsp:nvSpPr>
      <dsp:spPr>
        <a:xfrm rot="2142401">
          <a:off x="2493720" y="4072532"/>
          <a:ext cx="469854" cy="15842"/>
        </a:xfrm>
        <a:custGeom>
          <a:avLst/>
          <a:gdLst/>
          <a:ahLst/>
          <a:cxnLst/>
          <a:rect l="0" t="0" r="0" b="0"/>
          <a:pathLst>
            <a:path>
              <a:moveTo>
                <a:pt x="0" y="7921"/>
              </a:moveTo>
              <a:lnTo>
                <a:pt x="469854" y="7921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716901" y="4068707"/>
        <a:ext cx="23492" cy="23492"/>
      </dsp:txXfrm>
    </dsp:sp>
    <dsp:sp modelId="{B7C8A33C-475E-2D4C-AC94-56DB94879F9D}">
      <dsp:nvSpPr>
        <dsp:cNvPr id="0" name=""/>
        <dsp:cNvSpPr/>
      </dsp:nvSpPr>
      <dsp:spPr>
        <a:xfrm>
          <a:off x="2919412" y="3979110"/>
          <a:ext cx="953822" cy="47691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Improve quality of life</a:t>
          </a:r>
        </a:p>
      </dsp:txBody>
      <dsp:txXfrm>
        <a:off x="2933380" y="3993078"/>
        <a:ext cx="925886" cy="44897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20E922A-94FC-8A44-B427-118E36993B58}">
      <dsp:nvSpPr>
        <dsp:cNvPr id="0" name=""/>
        <dsp:cNvSpPr/>
      </dsp:nvSpPr>
      <dsp:spPr>
        <a:xfrm>
          <a:off x="326303" y="2470877"/>
          <a:ext cx="953822" cy="47691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Improve affected fishery/grounds</a:t>
          </a:r>
        </a:p>
      </dsp:txBody>
      <dsp:txXfrm>
        <a:off x="340271" y="2484845"/>
        <a:ext cx="925886" cy="448975"/>
      </dsp:txXfrm>
    </dsp:sp>
    <dsp:sp modelId="{8F98374B-7F73-4048-A336-261BF352376A}">
      <dsp:nvSpPr>
        <dsp:cNvPr id="0" name=""/>
        <dsp:cNvSpPr/>
      </dsp:nvSpPr>
      <dsp:spPr>
        <a:xfrm rot="16727265">
          <a:off x="222224" y="1467403"/>
          <a:ext cx="2497333" cy="15842"/>
        </a:xfrm>
        <a:custGeom>
          <a:avLst/>
          <a:gdLst/>
          <a:ahLst/>
          <a:cxnLst/>
          <a:rect l="0" t="0" r="0" b="0"/>
          <a:pathLst>
            <a:path>
              <a:moveTo>
                <a:pt x="0" y="7921"/>
              </a:moveTo>
              <a:lnTo>
                <a:pt x="2497333" y="7921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800" kern="1200"/>
        </a:p>
      </dsp:txBody>
      <dsp:txXfrm>
        <a:off x="1408457" y="1412891"/>
        <a:ext cx="124866" cy="124866"/>
      </dsp:txXfrm>
    </dsp:sp>
    <dsp:sp modelId="{5D584CD6-162B-4D4E-9FBB-79DC95814B18}">
      <dsp:nvSpPr>
        <dsp:cNvPr id="0" name=""/>
        <dsp:cNvSpPr/>
      </dsp:nvSpPr>
      <dsp:spPr>
        <a:xfrm>
          <a:off x="1661655" y="2860"/>
          <a:ext cx="953822" cy="476911"/>
        </a:xfrm>
        <a:prstGeom prst="roundRect">
          <a:avLst>
            <a:gd name="adj" fmla="val 10000"/>
          </a:avLst>
        </a:prstGeom>
        <a:solidFill>
          <a:srgbClr val="7030A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Compensate for impacts</a:t>
          </a:r>
        </a:p>
      </dsp:txBody>
      <dsp:txXfrm>
        <a:off x="1675623" y="16828"/>
        <a:ext cx="925886" cy="448975"/>
      </dsp:txXfrm>
    </dsp:sp>
    <dsp:sp modelId="{894B3034-20B4-4A4A-9728-AA75CE104BD3}">
      <dsp:nvSpPr>
        <dsp:cNvPr id="0" name=""/>
        <dsp:cNvSpPr/>
      </dsp:nvSpPr>
      <dsp:spPr>
        <a:xfrm rot="16874489">
          <a:off x="492332" y="1741627"/>
          <a:ext cx="1957117" cy="15842"/>
        </a:xfrm>
        <a:custGeom>
          <a:avLst/>
          <a:gdLst/>
          <a:ahLst/>
          <a:cxnLst/>
          <a:rect l="0" t="0" r="0" b="0"/>
          <a:pathLst>
            <a:path>
              <a:moveTo>
                <a:pt x="0" y="7921"/>
              </a:moveTo>
              <a:lnTo>
                <a:pt x="1957117" y="7921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>
        <a:off x="1421963" y="1700621"/>
        <a:ext cx="97855" cy="97855"/>
      </dsp:txXfrm>
    </dsp:sp>
    <dsp:sp modelId="{948DF34F-8D03-4646-BDAF-FE8F0E233D22}">
      <dsp:nvSpPr>
        <dsp:cNvPr id="0" name=""/>
        <dsp:cNvSpPr/>
      </dsp:nvSpPr>
      <dsp:spPr>
        <a:xfrm>
          <a:off x="1661655" y="551309"/>
          <a:ext cx="953822" cy="476911"/>
        </a:xfrm>
        <a:prstGeom prst="roundRect">
          <a:avLst>
            <a:gd name="adj" fmla="val 10000"/>
          </a:avLst>
        </a:prstGeom>
        <a:solidFill>
          <a:srgbClr val="7030A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Subsidize costs of fishing</a:t>
          </a:r>
        </a:p>
      </dsp:txBody>
      <dsp:txXfrm>
        <a:off x="1675623" y="565277"/>
        <a:ext cx="925886" cy="448975"/>
      </dsp:txXfrm>
    </dsp:sp>
    <dsp:sp modelId="{399BCDE1-ADDC-EB48-AD3C-49DE4B96E65F}">
      <dsp:nvSpPr>
        <dsp:cNvPr id="0" name=""/>
        <dsp:cNvSpPr/>
      </dsp:nvSpPr>
      <dsp:spPr>
        <a:xfrm rot="17132988">
          <a:off x="759284" y="2015852"/>
          <a:ext cx="1423213" cy="15842"/>
        </a:xfrm>
        <a:custGeom>
          <a:avLst/>
          <a:gdLst/>
          <a:ahLst/>
          <a:cxnLst/>
          <a:rect l="0" t="0" r="0" b="0"/>
          <a:pathLst>
            <a:path>
              <a:moveTo>
                <a:pt x="0" y="7921"/>
              </a:moveTo>
              <a:lnTo>
                <a:pt x="1423213" y="7921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435310" y="1988192"/>
        <a:ext cx="71160" cy="71160"/>
      </dsp:txXfrm>
    </dsp:sp>
    <dsp:sp modelId="{0580636D-62E9-8A42-9502-9D22E2115536}">
      <dsp:nvSpPr>
        <dsp:cNvPr id="0" name=""/>
        <dsp:cNvSpPr/>
      </dsp:nvSpPr>
      <dsp:spPr>
        <a:xfrm>
          <a:off x="1661655" y="1099757"/>
          <a:ext cx="953822" cy="476911"/>
        </a:xfrm>
        <a:prstGeom prst="roundRect">
          <a:avLst>
            <a:gd name="adj" fmla="val 10000"/>
          </a:avLst>
        </a:prstGeom>
        <a:solidFill>
          <a:srgbClr val="7030A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Subsidize port infrastructure</a:t>
          </a:r>
        </a:p>
      </dsp:txBody>
      <dsp:txXfrm>
        <a:off x="1675623" y="1113725"/>
        <a:ext cx="925886" cy="448975"/>
      </dsp:txXfrm>
    </dsp:sp>
    <dsp:sp modelId="{0CEF94B1-D28C-254D-80A3-542895B9169D}">
      <dsp:nvSpPr>
        <dsp:cNvPr id="0" name=""/>
        <dsp:cNvSpPr/>
      </dsp:nvSpPr>
      <dsp:spPr>
        <a:xfrm rot="17692822">
          <a:off x="1017472" y="2290076"/>
          <a:ext cx="906837" cy="15842"/>
        </a:xfrm>
        <a:custGeom>
          <a:avLst/>
          <a:gdLst/>
          <a:ahLst/>
          <a:cxnLst/>
          <a:rect l="0" t="0" r="0" b="0"/>
          <a:pathLst>
            <a:path>
              <a:moveTo>
                <a:pt x="0" y="7921"/>
              </a:moveTo>
              <a:lnTo>
                <a:pt x="906837" y="7921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448220" y="2275326"/>
        <a:ext cx="45341" cy="45341"/>
      </dsp:txXfrm>
    </dsp:sp>
    <dsp:sp modelId="{605C6166-B120-CC45-A4FA-06308FAD8E95}">
      <dsp:nvSpPr>
        <dsp:cNvPr id="0" name=""/>
        <dsp:cNvSpPr/>
      </dsp:nvSpPr>
      <dsp:spPr>
        <a:xfrm>
          <a:off x="1661655" y="1648205"/>
          <a:ext cx="953822" cy="476911"/>
        </a:xfrm>
        <a:prstGeom prst="roundRect">
          <a:avLst>
            <a:gd name="adj" fmla="val 10000"/>
          </a:avLst>
        </a:prstGeom>
        <a:solidFill>
          <a:srgbClr val="7030A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Support seafood marketing</a:t>
          </a:r>
        </a:p>
      </dsp:txBody>
      <dsp:txXfrm>
        <a:off x="1675623" y="1662173"/>
        <a:ext cx="925886" cy="448975"/>
      </dsp:txXfrm>
    </dsp:sp>
    <dsp:sp modelId="{173BB7A2-E97B-9A44-80D9-B243AAC83D2D}">
      <dsp:nvSpPr>
        <dsp:cNvPr id="0" name=""/>
        <dsp:cNvSpPr/>
      </dsp:nvSpPr>
      <dsp:spPr>
        <a:xfrm rot="19457599">
          <a:off x="1235963" y="2564300"/>
          <a:ext cx="469854" cy="15842"/>
        </a:xfrm>
        <a:custGeom>
          <a:avLst/>
          <a:gdLst/>
          <a:ahLst/>
          <a:cxnLst/>
          <a:rect l="0" t="0" r="0" b="0"/>
          <a:pathLst>
            <a:path>
              <a:moveTo>
                <a:pt x="0" y="7921"/>
              </a:moveTo>
              <a:lnTo>
                <a:pt x="469854" y="7921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459144" y="2560475"/>
        <a:ext cx="23492" cy="23492"/>
      </dsp:txXfrm>
    </dsp:sp>
    <dsp:sp modelId="{47DFC077-1A0D-3545-AE13-2AD611EBEAFE}">
      <dsp:nvSpPr>
        <dsp:cNvPr id="0" name=""/>
        <dsp:cNvSpPr/>
      </dsp:nvSpPr>
      <dsp:spPr>
        <a:xfrm>
          <a:off x="1661655" y="2196653"/>
          <a:ext cx="953822" cy="476911"/>
        </a:xfrm>
        <a:prstGeom prst="roundRect">
          <a:avLst>
            <a:gd name="adj" fmla="val 10000"/>
          </a:avLst>
        </a:prstGeom>
        <a:solidFill>
          <a:srgbClr val="FF000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Support advocacy</a:t>
          </a:r>
        </a:p>
      </dsp:txBody>
      <dsp:txXfrm>
        <a:off x="1675623" y="2210621"/>
        <a:ext cx="925886" cy="448975"/>
      </dsp:txXfrm>
    </dsp:sp>
    <dsp:sp modelId="{F8D74BB1-35EE-4640-8DA9-D968C48123B6}">
      <dsp:nvSpPr>
        <dsp:cNvPr id="0" name=""/>
        <dsp:cNvSpPr/>
      </dsp:nvSpPr>
      <dsp:spPr>
        <a:xfrm rot="2142401">
          <a:off x="1235963" y="2838524"/>
          <a:ext cx="469854" cy="15842"/>
        </a:xfrm>
        <a:custGeom>
          <a:avLst/>
          <a:gdLst/>
          <a:ahLst/>
          <a:cxnLst/>
          <a:rect l="0" t="0" r="0" b="0"/>
          <a:pathLst>
            <a:path>
              <a:moveTo>
                <a:pt x="0" y="7921"/>
              </a:moveTo>
              <a:lnTo>
                <a:pt x="469854" y="7921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459144" y="2834699"/>
        <a:ext cx="23492" cy="23492"/>
      </dsp:txXfrm>
    </dsp:sp>
    <dsp:sp modelId="{30BBD12E-9D6C-3143-B356-E4D542F7EF71}">
      <dsp:nvSpPr>
        <dsp:cNvPr id="0" name=""/>
        <dsp:cNvSpPr/>
      </dsp:nvSpPr>
      <dsp:spPr>
        <a:xfrm>
          <a:off x="1661655" y="2745101"/>
          <a:ext cx="953822" cy="476911"/>
        </a:xfrm>
        <a:prstGeom prst="roundRect">
          <a:avLst>
            <a:gd name="adj" fmla="val 10000"/>
          </a:avLst>
        </a:prstGeom>
        <a:solidFill>
          <a:srgbClr val="00B0F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Support information sharing</a:t>
          </a:r>
        </a:p>
      </dsp:txBody>
      <dsp:txXfrm>
        <a:off x="1675623" y="2759069"/>
        <a:ext cx="925886" cy="448975"/>
      </dsp:txXfrm>
    </dsp:sp>
    <dsp:sp modelId="{C1C20401-FDA9-C148-87A1-0BE8FDDC4913}">
      <dsp:nvSpPr>
        <dsp:cNvPr id="0" name=""/>
        <dsp:cNvSpPr/>
      </dsp:nvSpPr>
      <dsp:spPr>
        <a:xfrm rot="3907178">
          <a:off x="1017472" y="3112748"/>
          <a:ext cx="906837" cy="15842"/>
        </a:xfrm>
        <a:custGeom>
          <a:avLst/>
          <a:gdLst/>
          <a:ahLst/>
          <a:cxnLst/>
          <a:rect l="0" t="0" r="0" b="0"/>
          <a:pathLst>
            <a:path>
              <a:moveTo>
                <a:pt x="0" y="7921"/>
              </a:moveTo>
              <a:lnTo>
                <a:pt x="906837" y="7921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448220" y="3097998"/>
        <a:ext cx="45341" cy="45341"/>
      </dsp:txXfrm>
    </dsp:sp>
    <dsp:sp modelId="{CB790A72-0FCB-FE48-B90F-839C666D0F0A}">
      <dsp:nvSpPr>
        <dsp:cNvPr id="0" name=""/>
        <dsp:cNvSpPr/>
      </dsp:nvSpPr>
      <dsp:spPr>
        <a:xfrm>
          <a:off x="1661655" y="3293550"/>
          <a:ext cx="953822" cy="476911"/>
        </a:xfrm>
        <a:prstGeom prst="roundRect">
          <a:avLst>
            <a:gd name="adj" fmla="val 10000"/>
          </a:avLst>
        </a:prstGeom>
        <a:solidFill>
          <a:srgbClr val="7030A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Enhance stocks or habitats</a:t>
          </a:r>
        </a:p>
      </dsp:txBody>
      <dsp:txXfrm>
        <a:off x="1675623" y="3307518"/>
        <a:ext cx="925886" cy="448975"/>
      </dsp:txXfrm>
    </dsp:sp>
    <dsp:sp modelId="{7066DD12-5284-4646-B6A9-D46D56EC2072}">
      <dsp:nvSpPr>
        <dsp:cNvPr id="0" name=""/>
        <dsp:cNvSpPr/>
      </dsp:nvSpPr>
      <dsp:spPr>
        <a:xfrm rot="4467012">
          <a:off x="759284" y="3386972"/>
          <a:ext cx="1423213" cy="15842"/>
        </a:xfrm>
        <a:custGeom>
          <a:avLst/>
          <a:gdLst/>
          <a:ahLst/>
          <a:cxnLst/>
          <a:rect l="0" t="0" r="0" b="0"/>
          <a:pathLst>
            <a:path>
              <a:moveTo>
                <a:pt x="0" y="7921"/>
              </a:moveTo>
              <a:lnTo>
                <a:pt x="1423213" y="7921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435310" y="3359313"/>
        <a:ext cx="71160" cy="71160"/>
      </dsp:txXfrm>
    </dsp:sp>
    <dsp:sp modelId="{FFF84A23-37D9-A042-A0D7-F98C9A784327}">
      <dsp:nvSpPr>
        <dsp:cNvPr id="0" name=""/>
        <dsp:cNvSpPr/>
      </dsp:nvSpPr>
      <dsp:spPr>
        <a:xfrm>
          <a:off x="1661655" y="3841998"/>
          <a:ext cx="953822" cy="476911"/>
        </a:xfrm>
        <a:prstGeom prst="roundRect">
          <a:avLst>
            <a:gd name="adj" fmla="val 10000"/>
          </a:avLst>
        </a:prstGeom>
        <a:solidFill>
          <a:schemeClr val="accent6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Support innovation</a:t>
          </a:r>
        </a:p>
      </dsp:txBody>
      <dsp:txXfrm>
        <a:off x="1675623" y="3855966"/>
        <a:ext cx="925886" cy="448975"/>
      </dsp:txXfrm>
    </dsp:sp>
    <dsp:sp modelId="{3EBD83AA-DB5A-B743-9FBB-2F19CCF533E0}">
      <dsp:nvSpPr>
        <dsp:cNvPr id="0" name=""/>
        <dsp:cNvSpPr/>
      </dsp:nvSpPr>
      <dsp:spPr>
        <a:xfrm rot="4725511">
          <a:off x="492332" y="3661196"/>
          <a:ext cx="1957117" cy="15842"/>
        </a:xfrm>
        <a:custGeom>
          <a:avLst/>
          <a:gdLst/>
          <a:ahLst/>
          <a:cxnLst/>
          <a:rect l="0" t="0" r="0" b="0"/>
          <a:pathLst>
            <a:path>
              <a:moveTo>
                <a:pt x="0" y="7921"/>
              </a:moveTo>
              <a:lnTo>
                <a:pt x="1957117" y="7921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>
        <a:off x="1421963" y="3620189"/>
        <a:ext cx="97855" cy="97855"/>
      </dsp:txXfrm>
    </dsp:sp>
    <dsp:sp modelId="{8B2404E5-D950-754C-8FBC-FB48A66FCB84}">
      <dsp:nvSpPr>
        <dsp:cNvPr id="0" name=""/>
        <dsp:cNvSpPr/>
      </dsp:nvSpPr>
      <dsp:spPr>
        <a:xfrm>
          <a:off x="1661655" y="4390446"/>
          <a:ext cx="953822" cy="476911"/>
        </a:xfrm>
        <a:prstGeom prst="roundRect">
          <a:avLst>
            <a:gd name="adj" fmla="val 10000"/>
          </a:avLst>
        </a:prstGeom>
        <a:solidFill>
          <a:srgbClr val="7030A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Improve fisheries management</a:t>
          </a:r>
        </a:p>
      </dsp:txBody>
      <dsp:txXfrm>
        <a:off x="1675623" y="4404414"/>
        <a:ext cx="925886" cy="448975"/>
      </dsp:txXfrm>
    </dsp:sp>
    <dsp:sp modelId="{B875C80E-A93B-A340-8180-65DA044EDB42}">
      <dsp:nvSpPr>
        <dsp:cNvPr id="0" name=""/>
        <dsp:cNvSpPr/>
      </dsp:nvSpPr>
      <dsp:spPr>
        <a:xfrm rot="4872735">
          <a:off x="222224" y="3935420"/>
          <a:ext cx="2497333" cy="15842"/>
        </a:xfrm>
        <a:custGeom>
          <a:avLst/>
          <a:gdLst/>
          <a:ahLst/>
          <a:cxnLst/>
          <a:rect l="0" t="0" r="0" b="0"/>
          <a:pathLst>
            <a:path>
              <a:moveTo>
                <a:pt x="0" y="7921"/>
              </a:moveTo>
              <a:lnTo>
                <a:pt x="2497333" y="7921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800" kern="1200"/>
        </a:p>
      </dsp:txBody>
      <dsp:txXfrm>
        <a:off x="1408457" y="3880908"/>
        <a:ext cx="124866" cy="124866"/>
      </dsp:txXfrm>
    </dsp:sp>
    <dsp:sp modelId="{EE94BB7D-1815-C545-8672-A49F10D67465}">
      <dsp:nvSpPr>
        <dsp:cNvPr id="0" name=""/>
        <dsp:cNvSpPr/>
      </dsp:nvSpPr>
      <dsp:spPr>
        <a:xfrm>
          <a:off x="1661655" y="4938894"/>
          <a:ext cx="953822" cy="476911"/>
        </a:xfrm>
        <a:prstGeom prst="roundRect">
          <a:avLst>
            <a:gd name="adj" fmla="val 10000"/>
          </a:avLst>
        </a:prstGeom>
        <a:solidFill>
          <a:srgbClr val="7030A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Increase catch limits</a:t>
          </a:r>
        </a:p>
      </dsp:txBody>
      <dsp:txXfrm>
        <a:off x="1675623" y="4952862"/>
        <a:ext cx="925886" cy="44897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EB473-46D4-9221-9927-F7182D0FD3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06CA49-6574-94CA-899E-43D52952C3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934253-8A97-2EB7-F993-6BFA88711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F625D-242C-ED49-BD04-1303B5D2C14F}" type="datetimeFigureOut">
              <a:rPr lang="en-US" smtClean="0"/>
              <a:t>1/28/25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EAF294-5AA9-450D-A890-FD0F2BCB8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AF7D7E-981A-15DE-9DC1-51BCF5CF5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D5D54-498B-0A40-A575-C1ADB76FE7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5216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9AA3F-7EF8-94C0-EE14-1E86D50F8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ED979F-6E43-2562-ED03-620DD25451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FF7E60-6B56-03BD-2F24-46F01C8234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F625D-242C-ED49-BD04-1303B5D2C14F}" type="datetimeFigureOut">
              <a:rPr lang="en-US" smtClean="0"/>
              <a:t>1/28/25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687E1C-C074-C629-C8A4-922052FCD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5329D3-0BAD-FC86-774E-D3FE4DF31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D5D54-498B-0A40-A575-C1ADB76FE7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4471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91B0C5-19B3-2517-5CDE-6ACFEC4A31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74BA28-148A-1128-FCB2-073DA449EA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CB91D6-EE51-B9A7-EDB1-3A97E9A62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F625D-242C-ED49-BD04-1303B5D2C14F}" type="datetimeFigureOut">
              <a:rPr lang="en-US" smtClean="0"/>
              <a:t>1/28/25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D04CBC-52D6-9158-2275-060BC6EE2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C75BFF-3779-5B80-7F34-0ED4A6CE8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D5D54-498B-0A40-A575-C1ADB76FE7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5316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FF2B7-DFC5-B1CD-4971-CADB2C8E3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0887E0-C6B2-6F77-F16D-ADC6A3BEB4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425E15-DF03-9E3C-CFF5-7977DC1FEE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05738D-43DA-BD53-79BF-232B9BC7B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F625D-242C-ED49-BD04-1303B5D2C14F}" type="datetimeFigureOut">
              <a:rPr lang="en-US" smtClean="0"/>
              <a:t>1/28/25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83BC8B-A858-EBED-D831-75A38CD80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22A66B-E7D0-BEBB-87D4-837F592A8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D5D54-498B-0A40-A575-C1ADB76FE7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7713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BCE4A-CBF3-29E0-5E5C-3030C5F90A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8C5576-307C-FD04-D008-24AA88E166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649BA6-D7C0-F3A8-726D-701CB339BA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81DF37-48FD-EEEE-CD8B-8B98D2D346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F5A31E-6ABD-94D7-C3F5-2392DBAF81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FBACD0-FF95-A760-9F0C-3A7B76A6E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F625D-242C-ED49-BD04-1303B5D2C14F}" type="datetimeFigureOut">
              <a:rPr lang="en-US" smtClean="0"/>
              <a:t>1/28/25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713BABD-A473-A0FC-40EE-7CCB795FBC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14ADD9-BC63-72B4-9160-C3CE293C3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D5D54-498B-0A40-A575-C1ADB76FE7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7830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F39CA-F8BE-1DC0-03C6-9D91B8311A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66413F-399B-E014-1C8F-06547F930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F625D-242C-ED49-BD04-1303B5D2C14F}" type="datetimeFigureOut">
              <a:rPr lang="en-US" smtClean="0"/>
              <a:t>1/28/25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F30646-E151-828E-A03F-83D4CDCF1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945751-1A52-FCEB-1AA0-1A494ECCF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D5D54-498B-0A40-A575-C1ADB76FE7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2327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65FA29-505D-54B4-9CD0-B1D21792FA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F625D-242C-ED49-BD04-1303B5D2C14F}" type="datetimeFigureOut">
              <a:rPr lang="en-US" smtClean="0"/>
              <a:t>1/28/25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1BBB723-6279-1AD9-4A80-2FD9DBC65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32A6B6-8A03-6CB7-E8E7-7A5851847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D5D54-498B-0A40-A575-C1ADB76FE7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00199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AAB9A1-F507-3776-0E6C-A7BF0B6320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EB69EA-733D-A33E-1983-987D948516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B0B3EF-CDEB-524E-3EEF-8AE8830CAA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716852-99A4-3EA6-4EFA-E997036B84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F625D-242C-ED49-BD04-1303B5D2C14F}" type="datetimeFigureOut">
              <a:rPr lang="en-US" smtClean="0"/>
              <a:t>1/28/25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2D4C5B-B2C0-3371-8755-AE6ED88DA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24AA2C-5D36-CA38-A066-5D4E9AB0E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D5D54-498B-0A40-A575-C1ADB76FE7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833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9B5A9-B70C-15E3-A5DA-31B3CEB393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8286C07-99BC-C692-E3A0-852573CD92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B49291-4303-A7D9-D540-7BB0CB8932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3FC454-2418-24B7-E87A-909194860D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F625D-242C-ED49-BD04-1303B5D2C14F}" type="datetimeFigureOut">
              <a:rPr lang="en-US" smtClean="0"/>
              <a:t>1/28/25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8CD35A-8284-6926-9D48-3EA8E7A5B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39C9B3-AECC-9917-AAE4-2D7B40244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D5D54-498B-0A40-A575-C1ADB76FE7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4682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A2C08-B46B-CFB0-10BF-0A5FD5970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60D707-B388-89E3-B470-7CD12B533E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AC8308-6D43-3411-BD99-9DC131E3D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F625D-242C-ED49-BD04-1303B5D2C14F}" type="datetimeFigureOut">
              <a:rPr lang="en-US" smtClean="0"/>
              <a:t>1/28/25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6736BC-DEB0-3E95-CB11-E632BC98B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83A7FD-5865-A01D-599A-15D3E31D8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D5D54-498B-0A40-A575-C1ADB76FE7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8074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24E7CB5-4FED-4915-F8F9-FCF3526FCF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89D635-F481-2A01-FAE2-96C5F80B14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BECFE-BC7B-0D17-F979-B9882D6FE1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F625D-242C-ED49-BD04-1303B5D2C14F}" type="datetimeFigureOut">
              <a:rPr lang="en-US" smtClean="0"/>
              <a:t>1/28/25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A3BEEB-3061-9889-BFC4-8FBD549F9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6E3F9C-2045-878D-A78E-13558F21D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D5D54-498B-0A40-A575-C1ADB76FE7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310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F24BC2D-54E9-2201-2DE8-967EEA0309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AB8933-7A75-9DE4-0020-C3B3EC1E8F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963BCE-5DBE-F2E0-C9D8-CF3AA2C4AE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3F625D-242C-ED49-BD04-1303B5D2C14F}" type="datetimeFigureOut">
              <a:rPr lang="en-US" smtClean="0"/>
              <a:t>1/28/25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02F1E8-EBE7-D911-1E54-214DB6115E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342C06-B22A-7B9B-FC11-D2BE8EAD41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DD5D54-498B-0A40-A575-C1ADB76FE7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863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526A5F40-D875-56A1-7054-43BA5046CD6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79293310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50705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ED4A4C-9BAB-6C21-CE48-7EB60F3213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4C02703B-0045-F805-B7D6-E20A59210939}"/>
              </a:ext>
            </a:extLst>
          </p:cNvPr>
          <p:cNvGraphicFramePr/>
          <p:nvPr/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606422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F392AD-83AD-CAB2-D739-4D7F7696EB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2AE28F28-B7D6-4046-A0DB-65E23F2B31F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6803508"/>
              </p:ext>
            </p:extLst>
          </p:nvPr>
        </p:nvGraphicFramePr>
        <p:xfrm>
          <a:off x="0" y="608829"/>
          <a:ext cx="2941782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F303F594-736D-CE45-8833-82D2566351D2}"/>
              </a:ext>
            </a:extLst>
          </p:cNvPr>
          <p:cNvSpPr txBox="1"/>
          <p:nvPr/>
        </p:nvSpPr>
        <p:spPr>
          <a:xfrm>
            <a:off x="2773339" y="596797"/>
            <a:ext cx="36180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accent5"/>
                </a:solidFill>
              </a:rPr>
              <a:t>Direct payments to affected fishermen (one-time)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accent5"/>
                </a:solidFill>
              </a:rPr>
              <a:t>Reimbursement for lost or damaged gear (recurring)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B8DCD92-F261-3443-AD2F-5F4DD04C9DCF}"/>
              </a:ext>
            </a:extLst>
          </p:cNvPr>
          <p:cNvSpPr txBox="1"/>
          <p:nvPr/>
        </p:nvSpPr>
        <p:spPr>
          <a:xfrm>
            <a:off x="2773338" y="1149794"/>
            <a:ext cx="27470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accent5"/>
                </a:solidFill>
              </a:rPr>
              <a:t>Subsidize costs of fuel, ice, or mooring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accent5"/>
                </a:solidFill>
              </a:rPr>
              <a:t>Subsidize vessel safety equipment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461A7A-1618-1B44-83D4-64CEF1C29AC7}"/>
              </a:ext>
            </a:extLst>
          </p:cNvPr>
          <p:cNvSpPr txBox="1"/>
          <p:nvPr/>
        </p:nvSpPr>
        <p:spPr>
          <a:xfrm>
            <a:off x="2738551" y="1695221"/>
            <a:ext cx="38560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accent5"/>
                </a:solidFill>
              </a:rPr>
              <a:t>Subsidize purchase and maintenance of fishery-related infrastructure (e.g., ice machines, cold storage, hoists)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FC1B7C-635F-5B4F-8C99-E6627D6A4332}"/>
              </a:ext>
            </a:extLst>
          </p:cNvPr>
          <p:cNvSpPr txBox="1"/>
          <p:nvPr/>
        </p:nvSpPr>
        <p:spPr>
          <a:xfrm>
            <a:off x="2773338" y="2257150"/>
            <a:ext cx="38560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accent5"/>
                </a:solidFill>
              </a:rPr>
              <a:t>Promote/advertise local seafood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accent5"/>
                </a:solidFill>
              </a:rPr>
              <a:t>Conduct outreach on the sustainability of local fisheries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8200C7-5745-B340-B11C-DFA13A7C24E8}"/>
              </a:ext>
            </a:extLst>
          </p:cNvPr>
          <p:cNvSpPr txBox="1"/>
          <p:nvPr/>
        </p:nvSpPr>
        <p:spPr>
          <a:xfrm>
            <a:off x="2773338" y="2823266"/>
            <a:ext cx="38560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FF0000"/>
                </a:solidFill>
              </a:rPr>
              <a:t>Support participation in fisheries management meetings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FF0000"/>
                </a:solidFill>
              </a:rPr>
              <a:t>Support hiring of lawyers, consultants, lobbyists, etc.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CD4101C-C642-2C47-A6A5-45736464198C}"/>
              </a:ext>
            </a:extLst>
          </p:cNvPr>
          <p:cNvSpPr txBox="1"/>
          <p:nvPr/>
        </p:nvSpPr>
        <p:spPr>
          <a:xfrm>
            <a:off x="2773338" y="3301023"/>
            <a:ext cx="38560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B0F0"/>
                </a:solidFill>
              </a:rPr>
              <a:t>Create tools for information sharing within community (knowledge exchange, organization, bycatch avoidance/trading)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98DEA7D-6DB4-DF48-AB34-A16C4076392A}"/>
              </a:ext>
            </a:extLst>
          </p:cNvPr>
          <p:cNvSpPr txBox="1"/>
          <p:nvPr/>
        </p:nvSpPr>
        <p:spPr>
          <a:xfrm>
            <a:off x="2773338" y="3959386"/>
            <a:ext cx="38560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accent5"/>
                </a:solidFill>
              </a:rPr>
              <a:t>Enhance stocks through hatcheries or assisted migration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accent5"/>
                </a:solidFill>
              </a:rPr>
              <a:t>Enhance habitat through restoration or construction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7D849C7-4265-5A4E-8B85-6E935F125118}"/>
              </a:ext>
            </a:extLst>
          </p:cNvPr>
          <p:cNvSpPr txBox="1"/>
          <p:nvPr/>
        </p:nvSpPr>
        <p:spPr>
          <a:xfrm>
            <a:off x="2773338" y="4433083"/>
            <a:ext cx="38560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accent6"/>
                </a:solidFill>
              </a:rPr>
              <a:t>Support development of innovative gears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accent6"/>
                </a:solidFill>
              </a:rPr>
              <a:t>Support acquisition of exempted fishing permits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1055E1F-C435-6641-A4F1-7DC44424E158}"/>
              </a:ext>
            </a:extLst>
          </p:cNvPr>
          <p:cNvSpPr txBox="1"/>
          <p:nvPr/>
        </p:nvSpPr>
        <p:spPr>
          <a:xfrm>
            <a:off x="2738550" y="5565831"/>
            <a:ext cx="61527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accent5"/>
                </a:solidFill>
              </a:rPr>
              <a:t>Increase allocations to for groups negatively impacted by OSW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accent5"/>
                </a:solidFill>
              </a:rPr>
              <a:t>Support monitoring programs that reduce scientific and/or management uncertainty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7AA9E7D-C4E4-7445-B17B-8D0CA6945AC7}"/>
              </a:ext>
            </a:extLst>
          </p:cNvPr>
          <p:cNvSpPr txBox="1"/>
          <p:nvPr/>
        </p:nvSpPr>
        <p:spPr>
          <a:xfrm>
            <a:off x="2773338" y="4999457"/>
            <a:ext cx="61527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accent5"/>
                </a:solidFill>
              </a:rPr>
              <a:t>Classify and manage OSW areas as MPAs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accent5"/>
                </a:solidFill>
              </a:rPr>
              <a:t>Support monitoring/management that leads to more efficient closures</a:t>
            </a:r>
          </a:p>
        </p:txBody>
      </p:sp>
    </p:spTree>
    <p:extLst>
      <p:ext uri="{BB962C8B-B14F-4D97-AF65-F5344CB8AC3E}">
        <p14:creationId xmlns:p14="http://schemas.microsoft.com/office/powerpoint/2010/main" val="28162784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241</TotalTime>
  <Words>274</Words>
  <Application>Microsoft Macintosh PowerPoint</Application>
  <PresentationFormat>Widescreen</PresentationFormat>
  <Paragraphs>54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Chris Free</dc:creator>
  <cp:lastModifiedBy>Chris Free</cp:lastModifiedBy>
  <cp:revision>8</cp:revision>
  <dcterms:created xsi:type="dcterms:W3CDTF">2025-01-27T23:29:43Z</dcterms:created>
  <dcterms:modified xsi:type="dcterms:W3CDTF">2025-01-28T16:54:42Z</dcterms:modified>
</cp:coreProperties>
</file>